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96" r:id="rId2"/>
    <p:sldId id="2540" r:id="rId3"/>
    <p:sldId id="2597" r:id="rId4"/>
    <p:sldId id="2567" r:id="rId5"/>
    <p:sldId id="2565" r:id="rId6"/>
    <p:sldId id="2555" r:id="rId7"/>
    <p:sldId id="2584" r:id="rId8"/>
    <p:sldId id="25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4F72"/>
    <a:srgbClr val="5DAAB0"/>
    <a:srgbClr val="3B7579"/>
    <a:srgbClr val="AAD3D6"/>
    <a:srgbClr val="418287"/>
    <a:srgbClr val="DFE3E9"/>
    <a:srgbClr val="1F1F26"/>
    <a:srgbClr val="D6DBE2"/>
    <a:srgbClr val="CCD2DA"/>
    <a:srgbClr val="BBC3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5280" autoAdjust="0"/>
  </p:normalViewPr>
  <p:slideViewPr>
    <p:cSldViewPr snapToGrid="0" snapToObjects="1" showGuides="1">
      <p:cViewPr varScale="1">
        <p:scale>
          <a:sx n="105" d="100"/>
          <a:sy n="105" d="100"/>
        </p:scale>
        <p:origin x="834" y="11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414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5136"/>
    </p:cViewPr>
  </p:sorterViewPr>
  <p:notesViewPr>
    <p:cSldViewPr snapToGrid="0" snapToObjects="1">
      <p:cViewPr varScale="1">
        <p:scale>
          <a:sx n="60" d="100"/>
          <a:sy n="60" d="100"/>
        </p:scale>
        <p:origin x="3187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2018837-64B5-4E20-83A5-89B993CB3C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C2A4FB-A56B-4413-A08B-0E9894B98B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48B25D-8766-427E-8C9E-4845048D8DFC}" type="datetimeFigureOut">
              <a:rPr lang="en-US" smtClean="0"/>
              <a:t>7/9/2026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977F36-950D-4655-BC4A-F80BE1DBF79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C246FD-229D-4B04-9855-212AD8D784A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A8A28B-0568-4092-BB1A-13C9B073E3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52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F439B-391B-4B41-826A-951FCF412C34}" type="datetimeFigureOut">
              <a:rPr lang="en-US" smtClean="0"/>
              <a:t>7/9/2026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FA0038-7055-434C-B6C4-B8C69565C60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86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960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080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4288"/>
            <a:ext cx="12192000" cy="461851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940F57-02B1-4B56-8BA7-24557BFCBB01}"/>
              </a:ext>
            </a:extLst>
          </p:cNvPr>
          <p:cNvSpPr/>
          <p:nvPr userDrawn="1"/>
        </p:nvSpPr>
        <p:spPr>
          <a:xfrm>
            <a:off x="0" y="4622800"/>
            <a:ext cx="12192000" cy="22309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5037721"/>
            <a:ext cx="9575801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6125744"/>
            <a:ext cx="9575800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2079137" y="4855144"/>
            <a:ext cx="0" cy="2188805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139946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4288"/>
            <a:ext cx="12192000" cy="685371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002421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090444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WWW.WEBSITENAME.COM</a:t>
            </a:r>
          </a:p>
        </p:txBody>
      </p:sp>
      <p:sp>
        <p:nvSpPr>
          <p:cNvPr id="5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918496" y="1819845"/>
            <a:ext cx="1" cy="2188805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3604762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95899" y="4288"/>
            <a:ext cx="6896100" cy="685371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CBA09E-664D-42AC-81A8-E6756A655750}"/>
              </a:ext>
            </a:extLst>
          </p:cNvPr>
          <p:cNvSpPr/>
          <p:nvPr userDrawn="1"/>
        </p:nvSpPr>
        <p:spPr>
          <a:xfrm>
            <a:off x="0" y="1539433"/>
            <a:ext cx="8866207" cy="53185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 title="Decorative"/>
          <p:cNvSpPr/>
          <p:nvPr userDrawn="1"/>
        </p:nvSpPr>
        <p:spPr>
          <a:xfrm>
            <a:off x="0" y="0"/>
            <a:ext cx="5295899" cy="6858000"/>
          </a:xfrm>
          <a:prstGeom prst="rect">
            <a:avLst/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8690" y="2040520"/>
            <a:ext cx="4120444" cy="1818655"/>
          </a:xfrm>
        </p:spPr>
        <p:txBody>
          <a:bodyPr anchor="b">
            <a:noAutofit/>
          </a:bodyPr>
          <a:lstStyle>
            <a:lvl1pPr algn="l"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8690" y="4031658"/>
            <a:ext cx="4120443" cy="338549"/>
          </a:xfrm>
        </p:spPr>
        <p:txBody>
          <a:bodyPr>
            <a:normAutofit/>
          </a:bodyPr>
          <a:lstStyle>
            <a:lvl1pPr marL="0" indent="0" algn="l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893092" y="2764774"/>
            <a:ext cx="0" cy="2188806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l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1558850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371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2090" y="2905535"/>
            <a:ext cx="4120444" cy="891250"/>
          </a:xfrm>
        </p:spPr>
        <p:txBody>
          <a:bodyPr anchor="t">
            <a:noAutofit/>
          </a:bodyPr>
          <a:lstStyle>
            <a:lvl1pPr algn="ctr"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72090" y="3993558"/>
            <a:ext cx="4120443" cy="338549"/>
          </a:xfrm>
        </p:spPr>
        <p:txBody>
          <a:bodyPr>
            <a:normAutofit/>
          </a:bodyPr>
          <a:lstStyle>
            <a:lvl1pPr marL="0" indent="0" algn="ctr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WWW.WEBSITENAME.COM</a:t>
            </a:r>
          </a:p>
        </p:txBody>
      </p:sp>
      <p:sp>
        <p:nvSpPr>
          <p:cNvPr id="5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5932310" y="2726675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2" name="Rectangle 1" title="Decorative"/>
          <p:cNvSpPr/>
          <p:nvPr userDrawn="1"/>
        </p:nvSpPr>
        <p:spPr>
          <a:xfrm>
            <a:off x="3872089" y="860778"/>
            <a:ext cx="4120444" cy="5136445"/>
          </a:xfrm>
          <a:prstGeom prst="rect">
            <a:avLst/>
          </a:prstGeom>
          <a:noFill/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658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5399" y="3107447"/>
            <a:ext cx="7252505" cy="891250"/>
          </a:xfrm>
        </p:spPr>
        <p:txBody>
          <a:bodyPr anchor="t">
            <a:noAutofit/>
          </a:bodyPr>
          <a:lstStyle>
            <a:lvl1pPr algn="ctr"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65400" y="4195470"/>
            <a:ext cx="7252504" cy="338549"/>
          </a:xfrm>
        </p:spPr>
        <p:txBody>
          <a:bodyPr>
            <a:normAutofit/>
          </a:bodyPr>
          <a:lstStyle>
            <a:lvl1pPr marL="0" indent="0" algn="ctr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6096000" y="2924870"/>
            <a:ext cx="0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7" name="Rectangle 6" title="Decorative"/>
          <p:cNvSpPr/>
          <p:nvPr userDrawn="1"/>
        </p:nvSpPr>
        <p:spPr>
          <a:xfrm>
            <a:off x="1238104" y="860778"/>
            <a:ext cx="9715792" cy="5136445"/>
          </a:xfrm>
          <a:prstGeom prst="rect">
            <a:avLst/>
          </a:prstGeom>
          <a:noFill/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328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 with Ima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5399" y="3107447"/>
            <a:ext cx="7252505" cy="891250"/>
          </a:xfrm>
        </p:spPr>
        <p:txBody>
          <a:bodyPr anchor="t">
            <a:noAutofit/>
          </a:bodyPr>
          <a:lstStyle>
            <a:lvl1pPr algn="ctr"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65400" y="4195470"/>
            <a:ext cx="7252504" cy="338549"/>
          </a:xfrm>
        </p:spPr>
        <p:txBody>
          <a:bodyPr>
            <a:normAutofit/>
          </a:bodyPr>
          <a:lstStyle>
            <a:lvl1pPr marL="0" indent="0" algn="ctr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6096000" y="2924870"/>
            <a:ext cx="0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7" name="Rectangle 6" title="Decorative"/>
          <p:cNvSpPr/>
          <p:nvPr userDrawn="1"/>
        </p:nvSpPr>
        <p:spPr>
          <a:xfrm>
            <a:off x="1238104" y="860778"/>
            <a:ext cx="9715792" cy="5136445"/>
          </a:xfrm>
          <a:prstGeom prst="rect">
            <a:avLst/>
          </a:prstGeom>
          <a:noFill/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760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 with Ima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5399" y="3107447"/>
            <a:ext cx="7252505" cy="891250"/>
          </a:xfrm>
        </p:spPr>
        <p:txBody>
          <a:bodyPr anchor="t">
            <a:noAutofit/>
          </a:bodyPr>
          <a:lstStyle>
            <a:lvl1pPr algn="ctr"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65400" y="4195470"/>
            <a:ext cx="7252504" cy="338549"/>
          </a:xfrm>
        </p:spPr>
        <p:txBody>
          <a:bodyPr>
            <a:normAutofit/>
          </a:bodyPr>
          <a:lstStyle>
            <a:lvl1pPr marL="0" indent="0" algn="ctr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6096000" y="2924870"/>
            <a:ext cx="0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7" name="Rectangle 6" title="Decorative"/>
          <p:cNvSpPr/>
          <p:nvPr userDrawn="1"/>
        </p:nvSpPr>
        <p:spPr>
          <a:xfrm>
            <a:off x="1238104" y="860778"/>
            <a:ext cx="9715792" cy="5136445"/>
          </a:xfrm>
          <a:prstGeom prst="rect">
            <a:avLst/>
          </a:prstGeom>
          <a:noFill/>
          <a:ln w="76200">
            <a:solidFill>
              <a:schemeClr val="accent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89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der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371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E919B9B-5D3F-4FF0-A499-8925E9560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3673179"/>
            <a:ext cx="6826342" cy="2188805"/>
          </a:xfrm>
        </p:spPr>
        <p:txBody>
          <a:bodyPr rIns="457200" anchor="ctr">
            <a:noAutofit/>
          </a:bodyPr>
          <a:lstStyle>
            <a:lvl1pPr algn="r"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2" title="Decorative">
            <a:extLst>
              <a:ext uri="{FF2B5EF4-FFF2-40B4-BE49-F238E27FC236}">
                <a16:creationId xmlns:a16="http://schemas.microsoft.com/office/drawing/2014/main" id="{89A80859-BDA6-44AA-A750-4E06108B9B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64542" y="3665204"/>
            <a:ext cx="4527458" cy="2196780"/>
          </a:xfrm>
          <a:solidFill>
            <a:schemeClr val="accent1"/>
          </a:solidFill>
        </p:spPr>
        <p:txBody>
          <a:bodyPr lIns="274320" tIns="182880" rIns="182880" bIns="182880" anchor="ctr"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6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flipV="1">
            <a:off x="7664541" y="3673179"/>
            <a:ext cx="1" cy="2188805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1132737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ivider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371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E919B9B-5D3F-4FF0-A499-8925E9560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3673179"/>
            <a:ext cx="6826342" cy="2188805"/>
          </a:xfrm>
        </p:spPr>
        <p:txBody>
          <a:bodyPr rIns="457200" anchor="ctr">
            <a:noAutofit/>
          </a:bodyPr>
          <a:lstStyle>
            <a:lvl1pPr algn="r"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2" title="Decorative">
            <a:extLst>
              <a:ext uri="{FF2B5EF4-FFF2-40B4-BE49-F238E27FC236}">
                <a16:creationId xmlns:a16="http://schemas.microsoft.com/office/drawing/2014/main" id="{89A80859-BDA6-44AA-A750-4E06108B9B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64542" y="3665204"/>
            <a:ext cx="4527458" cy="2196780"/>
          </a:xfrm>
          <a:solidFill>
            <a:schemeClr val="accent2"/>
          </a:solidFill>
        </p:spPr>
        <p:txBody>
          <a:bodyPr lIns="274320" tIns="182880" rIns="182880" bIns="182880" anchor="ctr"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6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flipV="1">
            <a:off x="7664541" y="3673179"/>
            <a:ext cx="1" cy="2188805"/>
          </a:xfrm>
          <a:prstGeom prst="line">
            <a:avLst/>
          </a:prstGeom>
          <a:ln w="76200">
            <a:solidFill>
              <a:schemeClr val="accent2">
                <a:lumMod val="75000"/>
                <a:lumOff val="25000"/>
              </a:schemeClr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114206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ivider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371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title="Decorative"/>
          <p:cNvSpPr/>
          <p:nvPr userDrawn="1"/>
        </p:nvSpPr>
        <p:spPr>
          <a:xfrm>
            <a:off x="4769712" y="3138616"/>
            <a:ext cx="7422288" cy="32127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E919B9B-5D3F-4FF0-A499-8925E9560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4413" y="4304207"/>
            <a:ext cx="6439156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89A80859-BDA6-44AA-A750-4E06108B9B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14413" y="5505120"/>
            <a:ext cx="6439155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6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6208815" y="4226947"/>
            <a:ext cx="1" cy="2188805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4235650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d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371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title="Decorative"/>
          <p:cNvSpPr/>
          <p:nvPr userDrawn="1"/>
        </p:nvSpPr>
        <p:spPr>
          <a:xfrm>
            <a:off x="0" y="4387695"/>
            <a:ext cx="12192000" cy="219678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E919B9B-5D3F-4FF0-A499-8925E9560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821" y="4395670"/>
            <a:ext cx="6826342" cy="2188805"/>
          </a:xfrm>
        </p:spPr>
        <p:txBody>
          <a:bodyPr rIns="457200" anchor="ctr">
            <a:noAutofit/>
          </a:bodyPr>
          <a:lstStyle>
            <a:lvl1pPr algn="r"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89A80859-BDA6-44AA-A750-4E06108B9B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37164" y="4387695"/>
            <a:ext cx="4527458" cy="2196780"/>
          </a:xfrm>
          <a:noFill/>
        </p:spPr>
        <p:txBody>
          <a:bodyPr lIns="274320" tIns="182880" rIns="182880" bIns="182880" anchor="ctr"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3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flipV="1">
            <a:off x="7337163" y="4742580"/>
            <a:ext cx="1" cy="1494984"/>
          </a:xfrm>
          <a:prstGeom prst="line">
            <a:avLst/>
          </a:prstGeom>
          <a:ln w="762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934178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AC775-D0E4-4AE8-B104-8AF0CC99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6626" y="3727361"/>
            <a:ext cx="2275389" cy="1025525"/>
          </a:xfr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5000" b="1">
                <a:solidFill>
                  <a:schemeClr val="tx2"/>
                </a:solidFill>
                <a:latin typeface="+mj-lt"/>
              </a:defRPr>
            </a:lvl1pPr>
          </a:lstStyle>
          <a:p>
            <a:pPr marL="0" lvl="0"/>
            <a:r>
              <a:rPr lang="en-US" dirty="0"/>
              <a:t>Agenda</a:t>
            </a:r>
          </a:p>
        </p:txBody>
      </p:sp>
      <p:sp>
        <p:nvSpPr>
          <p:cNvPr id="29" name="Picture Placeholder 28" title="Decorative">
            <a:extLst>
              <a:ext uri="{FF2B5EF4-FFF2-40B4-BE49-F238E27FC236}">
                <a16:creationId xmlns:a16="http://schemas.microsoft.com/office/drawing/2014/main" id="{AA648B5A-E380-4E42-882E-71EBF6838E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34413" y="812800"/>
            <a:ext cx="3557587" cy="52324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0A47E85-3BCA-460F-8AB1-52D89AC15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55313" y="879710"/>
            <a:ext cx="4294206" cy="755650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D357C748-EEC9-489A-BCC6-CA3A91E3F2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55313" y="1956155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59136E3C-98E8-457D-ABD1-BA278DBB4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55313" y="3032600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F9938E0-7CFD-4C1C-88B0-388D25B8B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5313" y="4109045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D274E9A2-3272-442A-A247-A383255C45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55313" y="5185490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42" name="Shape 62" title="Decorative">
            <a:extLst>
              <a:ext uri="{FF2B5EF4-FFF2-40B4-BE49-F238E27FC236}">
                <a16:creationId xmlns:a16="http://schemas.microsoft.com/office/drawing/2014/main" id="{2683CBB0-468F-4DD2-853B-FBFFA91B662E}"/>
              </a:ext>
            </a:extLst>
          </p:cNvPr>
          <p:cNvSpPr/>
          <p:nvPr userDrawn="1"/>
        </p:nvSpPr>
        <p:spPr>
          <a:xfrm rot="16200000" flipV="1">
            <a:off x="1791782" y="3899540"/>
            <a:ext cx="0" cy="1930310"/>
          </a:xfrm>
          <a:prstGeom prst="line">
            <a:avLst/>
          </a:prstGeom>
          <a:ln w="76200">
            <a:solidFill>
              <a:schemeClr val="accent1">
                <a:alpha val="97000"/>
              </a:schemeClr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1226060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 title="Decorative">
            <a:extLst>
              <a:ext uri="{FF2B5EF4-FFF2-40B4-BE49-F238E27FC236}">
                <a16:creationId xmlns:a16="http://schemas.microsoft.com/office/drawing/2014/main" id="{AA648B5A-E380-4E42-882E-71EBF6838E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1244" y="2225040"/>
            <a:ext cx="4536079" cy="463296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0A47E85-3BCA-460F-8AB1-52D89AC15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21031" y="2055335"/>
            <a:ext cx="4294206" cy="755650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D357C748-EEC9-489A-BCC6-CA3A91E3F2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21031" y="2782449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59136E3C-98E8-457D-ABD1-BA278DBB4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21031" y="4352427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F9938E0-7CFD-4C1C-88B0-388D25B8B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21031" y="3567438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D274E9A2-3272-442A-A247-A383255C45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21031" y="5137415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" name="Rectangle 2" title="Decorative">
            <a:extLst>
              <a:ext uri="{FF2B5EF4-FFF2-40B4-BE49-F238E27FC236}">
                <a16:creationId xmlns:a16="http://schemas.microsoft.com/office/drawing/2014/main" id="{E2F3CED5-D6C7-4A0B-B731-FDB78F4E3341}"/>
              </a:ext>
            </a:extLst>
          </p:cNvPr>
          <p:cNvSpPr/>
          <p:nvPr userDrawn="1"/>
        </p:nvSpPr>
        <p:spPr>
          <a:xfrm>
            <a:off x="353385" y="0"/>
            <a:ext cx="4572513" cy="2059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hape 62" title="Decorative">
            <a:extLst>
              <a:ext uri="{FF2B5EF4-FFF2-40B4-BE49-F238E27FC236}">
                <a16:creationId xmlns:a16="http://schemas.microsoft.com/office/drawing/2014/main" id="{2683CBB0-468F-4DD2-853B-FBFFA91B662E}"/>
              </a:ext>
            </a:extLst>
          </p:cNvPr>
          <p:cNvSpPr/>
          <p:nvPr userDrawn="1"/>
        </p:nvSpPr>
        <p:spPr>
          <a:xfrm rot="16200000" flipV="1">
            <a:off x="1560255" y="445140"/>
            <a:ext cx="0" cy="1930310"/>
          </a:xfrm>
          <a:prstGeom prst="line">
            <a:avLst/>
          </a:prstGeom>
          <a:ln w="76200">
            <a:solidFill>
              <a:schemeClr val="accent2">
                <a:lumMod val="75000"/>
                <a:lumOff val="25000"/>
                <a:alpha val="97000"/>
              </a:schemeClr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08AC775-D0E4-4AE8-B104-8AF0CC99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100" y="192385"/>
            <a:ext cx="2275389" cy="1025525"/>
          </a:xfr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5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lvl="0"/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5950430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 title="Decorative">
            <a:extLst>
              <a:ext uri="{FF2B5EF4-FFF2-40B4-BE49-F238E27FC236}">
                <a16:creationId xmlns:a16="http://schemas.microsoft.com/office/drawing/2014/main" id="{AA648B5A-E380-4E42-882E-71EBF6838E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64877" y="0"/>
            <a:ext cx="59271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0A47E85-3BCA-460F-8AB1-52D89AC15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1529" y="2348736"/>
            <a:ext cx="4294206" cy="755650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D357C748-EEC9-489A-BCC6-CA3A91E3F2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529" y="3075850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59136E3C-98E8-457D-ABD1-BA278DBB4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1529" y="4645828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F9938E0-7CFD-4C1C-88B0-388D25B8B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1529" y="3860839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D274E9A2-3272-442A-A247-A383255C45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529" y="5430816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" name="Rectangle 2" title="Decorative">
            <a:extLst>
              <a:ext uri="{FF2B5EF4-FFF2-40B4-BE49-F238E27FC236}">
                <a16:creationId xmlns:a16="http://schemas.microsoft.com/office/drawing/2014/main" id="{E2F3CED5-D6C7-4A0B-B731-FDB78F4E3341}"/>
              </a:ext>
            </a:extLst>
          </p:cNvPr>
          <p:cNvSpPr/>
          <p:nvPr userDrawn="1"/>
        </p:nvSpPr>
        <p:spPr>
          <a:xfrm>
            <a:off x="353385" y="0"/>
            <a:ext cx="4572513" cy="2059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hape 62" title="Decorative">
            <a:extLst>
              <a:ext uri="{FF2B5EF4-FFF2-40B4-BE49-F238E27FC236}">
                <a16:creationId xmlns:a16="http://schemas.microsoft.com/office/drawing/2014/main" id="{2683CBB0-468F-4DD2-853B-FBFFA91B662E}"/>
              </a:ext>
            </a:extLst>
          </p:cNvPr>
          <p:cNvSpPr/>
          <p:nvPr userDrawn="1"/>
        </p:nvSpPr>
        <p:spPr>
          <a:xfrm rot="16200000" flipV="1">
            <a:off x="1560255" y="445140"/>
            <a:ext cx="0" cy="1930310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  <a:alpha val="97000"/>
              </a:schemeClr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08AC775-D0E4-4AE8-B104-8AF0CC99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100" y="192385"/>
            <a:ext cx="2275389" cy="1025525"/>
          </a:xfr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5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lvl="0"/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5734128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 title="Decorative">
            <a:extLst>
              <a:ext uri="{FF2B5EF4-FFF2-40B4-BE49-F238E27FC236}">
                <a16:creationId xmlns:a16="http://schemas.microsoft.com/office/drawing/2014/main" id="{AA648B5A-E380-4E42-882E-71EBF6838E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0"/>
            <a:ext cx="4910666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Rectangle 2" title="Decorative"/>
          <p:cNvSpPr/>
          <p:nvPr userDrawn="1"/>
        </p:nvSpPr>
        <p:spPr>
          <a:xfrm>
            <a:off x="4910667" y="0"/>
            <a:ext cx="11740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0A47E85-3BCA-460F-8AB1-52D89AC15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5131" y="879710"/>
            <a:ext cx="4801847" cy="755650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D357C748-EEC9-489A-BCC6-CA3A91E3F2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95131" y="1956155"/>
            <a:ext cx="4801847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59136E3C-98E8-457D-ABD1-BA278DBB4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95131" y="3032600"/>
            <a:ext cx="4801847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F9938E0-7CFD-4C1C-88B0-388D25B8B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95131" y="4109045"/>
            <a:ext cx="4801847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D274E9A2-3272-442A-A247-A383255C45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5131" y="5185490"/>
            <a:ext cx="4801847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7" name="Text Placeholder 30">
            <a:extLst>
              <a:ext uri="{FF2B5EF4-FFF2-40B4-BE49-F238E27FC236}">
                <a16:creationId xmlns:a16="http://schemas.microsoft.com/office/drawing/2014/main" id="{2D435A30-7C8E-4847-B027-91CBFA15922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84074" y="879710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38" name="Text Placeholder 30">
            <a:extLst>
              <a:ext uri="{FF2B5EF4-FFF2-40B4-BE49-F238E27FC236}">
                <a16:creationId xmlns:a16="http://schemas.microsoft.com/office/drawing/2014/main" id="{819BB324-34C6-4FF7-8780-D294AC6EC5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84074" y="1956155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39" name="Text Placeholder 30">
            <a:extLst>
              <a:ext uri="{FF2B5EF4-FFF2-40B4-BE49-F238E27FC236}">
                <a16:creationId xmlns:a16="http://schemas.microsoft.com/office/drawing/2014/main" id="{43B3C496-FB0A-4924-A341-696D17E2D9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84074" y="3032600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40" name="Text Placeholder 30">
            <a:extLst>
              <a:ext uri="{FF2B5EF4-FFF2-40B4-BE49-F238E27FC236}">
                <a16:creationId xmlns:a16="http://schemas.microsoft.com/office/drawing/2014/main" id="{FEACD5FF-800E-4BB0-82F3-2E0AEF1215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84074" y="4109045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4</a:t>
            </a:r>
          </a:p>
        </p:txBody>
      </p:sp>
      <p:sp>
        <p:nvSpPr>
          <p:cNvPr id="41" name="Text Placeholder 30">
            <a:extLst>
              <a:ext uri="{FF2B5EF4-FFF2-40B4-BE49-F238E27FC236}">
                <a16:creationId xmlns:a16="http://schemas.microsoft.com/office/drawing/2014/main" id="{58B97284-E1BE-4DCD-9CC1-C441D1A857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84074" y="5185490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5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08AC775-D0E4-4AE8-B104-8AF0CC99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6626" y="3727361"/>
            <a:ext cx="2275389" cy="1025525"/>
          </a:xfr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5000" b="1">
                <a:solidFill>
                  <a:schemeClr val="tx2"/>
                </a:solidFill>
                <a:latin typeface="+mj-lt"/>
              </a:defRPr>
            </a:lvl1pPr>
          </a:lstStyle>
          <a:p>
            <a:pPr marL="0" lvl="0"/>
            <a:r>
              <a:rPr lang="en-US" noProof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831458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54" y="2596916"/>
            <a:ext cx="4385841" cy="1325563"/>
          </a:xfrm>
        </p:spPr>
        <p:txBody>
          <a:bodyPr anchor="b"/>
          <a:lstStyle>
            <a:lvl1pPr algn="l"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1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9353" y="4628132"/>
            <a:ext cx="4385841" cy="1325562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9353" y="4165142"/>
            <a:ext cx="4385841" cy="382749"/>
          </a:xfrm>
        </p:spPr>
        <p:txBody>
          <a:bodyPr anchor="b">
            <a:normAutofit/>
          </a:bodyPr>
          <a:lstStyle>
            <a:lvl1pPr marL="0" indent="0" algn="l">
              <a:buNone/>
              <a:defRPr sz="1600" b="1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hape 62" title="Decorative">
            <a:extLst>
              <a:ext uri="{FF2B5EF4-FFF2-40B4-BE49-F238E27FC236}">
                <a16:creationId xmlns:a16="http://schemas.microsoft.com/office/drawing/2014/main" id="{2683CBB0-468F-4DD2-853B-FBFFA91B662E}"/>
              </a:ext>
            </a:extLst>
          </p:cNvPr>
          <p:cNvSpPr/>
          <p:nvPr userDrawn="1"/>
        </p:nvSpPr>
        <p:spPr>
          <a:xfrm flipV="1">
            <a:off x="527427" y="1631760"/>
            <a:ext cx="0" cy="4321933"/>
          </a:xfrm>
          <a:prstGeom prst="line">
            <a:avLst/>
          </a:prstGeom>
          <a:ln w="76200">
            <a:solidFill>
              <a:schemeClr val="accent1">
                <a:alpha val="97000"/>
              </a:schemeClr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9" name="Picture Placeholder 5" title="Decorative">
            <a:extLst>
              <a:ext uri="{FF2B5EF4-FFF2-40B4-BE49-F238E27FC236}">
                <a16:creationId xmlns:a16="http://schemas.microsoft.com/office/drawing/2014/main" id="{EADDC907-00BA-437D-8631-DCDAA19616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9354" y="1631760"/>
            <a:ext cx="804759" cy="804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9342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808079"/>
            <a:ext cx="6096000" cy="40499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1465"/>
            <a:ext cx="5257801" cy="1325563"/>
          </a:xfrm>
        </p:spPr>
        <p:txBody>
          <a:bodyPr anchor="b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7825" y="2808079"/>
            <a:ext cx="4312353" cy="382749"/>
          </a:xfrm>
        </p:spPr>
        <p:txBody>
          <a:bodyPr vert="horz" lIns="0" tIns="45720" rIns="91440" bIns="45720" rtlCol="0" anchor="b">
            <a:normAutofit/>
          </a:bodyPr>
          <a:lstStyle>
            <a:lvl1pPr>
              <a:defRPr lang="en-US" sz="1600" b="1" dirty="0">
                <a:latin typeface="+mj-lt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add title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87825" y="3212363"/>
            <a:ext cx="4312353" cy="2962659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Shape 62" title="Decorative">
            <a:extLst>
              <a:ext uri="{FF2B5EF4-FFF2-40B4-BE49-F238E27FC236}">
                <a16:creationId xmlns:a16="http://schemas.microsoft.com/office/drawing/2014/main" id="{2683CBB0-468F-4DD2-853B-FBFFA91B662E}"/>
              </a:ext>
            </a:extLst>
          </p:cNvPr>
          <p:cNvSpPr/>
          <p:nvPr userDrawn="1"/>
        </p:nvSpPr>
        <p:spPr>
          <a:xfrm rot="16200000" flipV="1">
            <a:off x="5130846" y="1256529"/>
            <a:ext cx="0" cy="1930310"/>
          </a:xfrm>
          <a:prstGeom prst="line">
            <a:avLst/>
          </a:prstGeom>
          <a:ln w="76200">
            <a:solidFill>
              <a:schemeClr val="accent1">
                <a:alpha val="97000"/>
              </a:schemeClr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41144141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E5DCEB-1CC8-4AEE-9DEC-6C62AD4FB42C}"/>
              </a:ext>
            </a:extLst>
          </p:cNvPr>
          <p:cNvSpPr/>
          <p:nvPr userDrawn="1"/>
        </p:nvSpPr>
        <p:spPr>
          <a:xfrm>
            <a:off x="0" y="3429000"/>
            <a:ext cx="6096001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7825" y="1190909"/>
            <a:ext cx="4554008" cy="1325563"/>
          </a:xfrm>
        </p:spPr>
        <p:txBody>
          <a:bodyPr lIns="0" anchor="b">
            <a:normAutofit/>
          </a:bodyPr>
          <a:lstStyle>
            <a:lvl1pPr algn="l">
              <a:defRPr sz="4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97253" y="2516138"/>
            <a:ext cx="4544580" cy="382749"/>
          </a:xfrm>
        </p:spPr>
        <p:txBody>
          <a:bodyPr vert="horz" lIns="0" tIns="45720" rIns="91440" bIns="45720" rtlCol="0" anchor="b">
            <a:normAutofit/>
          </a:bodyPr>
          <a:lstStyle>
            <a:lvl1pPr>
              <a:defRPr lang="en-US" sz="1600" b="1" dirty="0">
                <a:latin typeface="+mj-lt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add title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97253" y="2920422"/>
            <a:ext cx="4544580" cy="3226378"/>
          </a:xfrm>
        </p:spPr>
        <p:txBody>
          <a:bodyPr lIns="0" tIns="72000"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199" y="3606800"/>
            <a:ext cx="4927601" cy="2540000"/>
          </a:xfrm>
        </p:spPr>
        <p:txBody>
          <a:bodyPr lIns="0" tIns="72000"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6034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3708400" cy="685371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 title="Decorative"/>
          <p:cNvSpPr/>
          <p:nvPr userDrawn="1"/>
        </p:nvSpPr>
        <p:spPr>
          <a:xfrm>
            <a:off x="3708400" y="0"/>
            <a:ext cx="4775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2921" y="936980"/>
            <a:ext cx="3686159" cy="1466055"/>
          </a:xfrm>
        </p:spPr>
        <p:txBody>
          <a:bodyPr lIns="0" anchor="t">
            <a:normAutofit/>
          </a:bodyPr>
          <a:lstStyle>
            <a:lvl1pPr algn="l"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52988" y="2407322"/>
            <a:ext cx="3686025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52921" y="2811606"/>
            <a:ext cx="3686159" cy="3044825"/>
          </a:xfrm>
        </p:spPr>
        <p:txBody>
          <a:bodyPr lIns="0" tIns="72000"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483600" y="0"/>
            <a:ext cx="3708400" cy="685371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0643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 title="Decorative">
            <a:extLst>
              <a:ext uri="{FF2B5EF4-FFF2-40B4-BE49-F238E27FC236}">
                <a16:creationId xmlns:a16="http://schemas.microsoft.com/office/drawing/2014/main" id="{60EEF041-4EFF-410A-AFB4-25A65B462B2D}"/>
              </a:ext>
            </a:extLst>
          </p:cNvPr>
          <p:cNvSpPr/>
          <p:nvPr userDrawn="1"/>
        </p:nvSpPr>
        <p:spPr>
          <a:xfrm>
            <a:off x="8181847" y="0"/>
            <a:ext cx="401015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 title="Decorative">
            <a:extLst>
              <a:ext uri="{FF2B5EF4-FFF2-40B4-BE49-F238E27FC236}">
                <a16:creationId xmlns:a16="http://schemas.microsoft.com/office/drawing/2014/main" id="{60EEF041-4EFF-410A-AFB4-25A65B462B2D}"/>
              </a:ext>
            </a:extLst>
          </p:cNvPr>
          <p:cNvSpPr/>
          <p:nvPr userDrawn="1"/>
        </p:nvSpPr>
        <p:spPr>
          <a:xfrm>
            <a:off x="4171694" y="0"/>
            <a:ext cx="401015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33757" y="1680547"/>
            <a:ext cx="3686025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5228" y="1680547"/>
            <a:ext cx="3658010" cy="382749"/>
          </a:xfrm>
        </p:spPr>
        <p:txBody>
          <a:bodyPr vert="horz" lIns="0" tIns="45720" rIns="91440" bIns="45720" rtlCol="0" anchor="b">
            <a:normAutofit/>
          </a:bodyPr>
          <a:lstStyle>
            <a:lvl1pPr marL="0" indent="0">
              <a:buNone/>
              <a:defRPr lang="en-US" sz="16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33454" y="2084831"/>
            <a:ext cx="3686159" cy="3044825"/>
          </a:xfrm>
        </p:spPr>
        <p:txBody>
          <a:bodyPr lIns="0" tIns="72000"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75228" y="2084831"/>
            <a:ext cx="3658010" cy="3044825"/>
          </a:xfrm>
        </p:spPr>
        <p:txBody>
          <a:bodyPr lIns="0" tIns="72000"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10" y="1670007"/>
            <a:ext cx="3686159" cy="1466055"/>
          </a:xfrm>
        </p:spPr>
        <p:txBody>
          <a:bodyPr lIns="0" anchor="t">
            <a:normAutofit/>
          </a:bodyPr>
          <a:lstStyle>
            <a:lvl1pPr algn="l"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4906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 title="Decorative">
            <a:extLst>
              <a:ext uri="{FF2B5EF4-FFF2-40B4-BE49-F238E27FC236}">
                <a16:creationId xmlns:a16="http://schemas.microsoft.com/office/drawing/2014/main" id="{09156155-C47D-47A0-A08D-DCAC4D742D3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340889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 title="Decorative">
            <a:extLst>
              <a:ext uri="{FF2B5EF4-FFF2-40B4-BE49-F238E27FC236}">
                <a16:creationId xmlns:a16="http://schemas.microsoft.com/office/drawing/2014/main" id="{FC8F08DC-8736-4BFE-8B72-8DD4184DEBE1}"/>
              </a:ext>
            </a:extLst>
          </p:cNvPr>
          <p:cNvSpPr txBox="1">
            <a:spLocks/>
          </p:cNvSpPr>
          <p:nvPr userDrawn="1"/>
        </p:nvSpPr>
        <p:spPr>
          <a:xfrm>
            <a:off x="-1" y="3408891"/>
            <a:ext cx="12203575" cy="3449109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45720" rIns="324000" bIns="45720" rtlCol="0" anchor="ctr">
            <a:normAutofit/>
          </a:bodyPr>
          <a:lstStyle>
            <a:lvl1pPr algn="r">
              <a:lnSpc>
                <a:spcPct val="90000"/>
              </a:lnSpc>
              <a:spcBef>
                <a:spcPct val="0"/>
              </a:spcBef>
              <a:buNone/>
              <a:defRPr sz="4000" b="1" i="0" spc="-150">
                <a:solidFill>
                  <a:schemeClr val="tx2"/>
                </a:solidFill>
                <a:latin typeface="Constantia" panose="02030602050306030303" pitchFamily="18" charset="0"/>
                <a:ea typeface="+mj-ea"/>
                <a:cs typeface="Gill Sans" panose="020B0502020104020203" pitchFamily="34" charset="-79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68750" y="3666354"/>
            <a:ext cx="3448800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4055" y="3666354"/>
            <a:ext cx="3450265" cy="382749"/>
          </a:xfrm>
        </p:spPr>
        <p:txBody>
          <a:bodyPr vert="horz" lIns="0" tIns="45720" rIns="91440" bIns="45720" rtlCol="0" anchor="b">
            <a:normAutofit/>
          </a:bodyPr>
          <a:lstStyle>
            <a:lvl1pPr marL="0" indent="0">
              <a:buNone/>
              <a:defRPr lang="en-US" sz="16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68447" y="4070639"/>
            <a:ext cx="3448800" cy="2253961"/>
          </a:xfrm>
        </p:spPr>
        <p:txBody>
          <a:bodyPr lIns="0" tIns="72000"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54055" y="4070639"/>
            <a:ext cx="3450265" cy="2253961"/>
          </a:xfrm>
        </p:spPr>
        <p:txBody>
          <a:bodyPr lIns="0" tIns="72000"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49104"/>
            <a:ext cx="3136900" cy="2168682"/>
          </a:xfrm>
        </p:spPr>
        <p:txBody>
          <a:bodyPr lIns="0" anchor="ctr">
            <a:normAutofit/>
          </a:bodyPr>
          <a:lstStyle>
            <a:lvl1pPr algn="l"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104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 title="Decorative">
            <a:extLst>
              <a:ext uri="{FF2B5EF4-FFF2-40B4-BE49-F238E27FC236}">
                <a16:creationId xmlns:a16="http://schemas.microsoft.com/office/drawing/2014/main" id="{FC8F08DC-8736-4BFE-8B72-8DD4184DEBE1}"/>
              </a:ext>
            </a:extLst>
          </p:cNvPr>
          <p:cNvSpPr txBox="1">
            <a:spLocks/>
          </p:cNvSpPr>
          <p:nvPr userDrawn="1"/>
        </p:nvSpPr>
        <p:spPr>
          <a:xfrm>
            <a:off x="-1" y="2360141"/>
            <a:ext cx="6096001" cy="4497859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45720" rIns="324000" bIns="45720" rtlCol="0" anchor="ctr">
            <a:normAutofit/>
          </a:bodyPr>
          <a:lstStyle>
            <a:lvl1pPr algn="r">
              <a:lnSpc>
                <a:spcPct val="90000"/>
              </a:lnSpc>
              <a:spcBef>
                <a:spcPct val="0"/>
              </a:spcBef>
              <a:buNone/>
              <a:defRPr sz="4000" b="1" i="0" spc="-150">
                <a:solidFill>
                  <a:schemeClr val="tx2"/>
                </a:solidFill>
                <a:latin typeface="Constantia" panose="02030602050306030303" pitchFamily="18" charset="0"/>
                <a:ea typeface="+mj-ea"/>
                <a:cs typeface="Gill Sans" panose="020B0502020104020203" pitchFamily="34" charset="-79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itle 1" title="Decorative">
            <a:extLst>
              <a:ext uri="{FF2B5EF4-FFF2-40B4-BE49-F238E27FC236}">
                <a16:creationId xmlns:a16="http://schemas.microsoft.com/office/drawing/2014/main" id="{FC8F08DC-8736-4BFE-8B72-8DD4184DEBE1}"/>
              </a:ext>
            </a:extLst>
          </p:cNvPr>
          <p:cNvSpPr txBox="1">
            <a:spLocks/>
          </p:cNvSpPr>
          <p:nvPr userDrawn="1"/>
        </p:nvSpPr>
        <p:spPr>
          <a:xfrm>
            <a:off x="6095999" y="2360141"/>
            <a:ext cx="6096001" cy="449785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0" tIns="45720" rIns="324000" bIns="45720" rtlCol="0" anchor="ctr">
            <a:normAutofit/>
          </a:bodyPr>
          <a:lstStyle>
            <a:lvl1pPr algn="r">
              <a:lnSpc>
                <a:spcPct val="90000"/>
              </a:lnSpc>
              <a:spcBef>
                <a:spcPct val="0"/>
              </a:spcBef>
              <a:buNone/>
              <a:defRPr sz="4000" b="1" i="0" spc="-150">
                <a:solidFill>
                  <a:schemeClr val="tx2"/>
                </a:solidFill>
                <a:latin typeface="Constantia" panose="02030602050306030303" pitchFamily="18" charset="0"/>
                <a:ea typeface="+mj-ea"/>
                <a:cs typeface="Gill Sans" panose="020B0502020104020203" pitchFamily="34" charset="-79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7607" y="2962016"/>
            <a:ext cx="4340785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72685" y="2962016"/>
            <a:ext cx="4342629" cy="382749"/>
          </a:xfrm>
        </p:spPr>
        <p:txBody>
          <a:bodyPr vert="horz" lIns="0" tIns="45720" rIns="91440" bIns="45720" rtlCol="0" anchor="b">
            <a:normAutofit/>
          </a:bodyPr>
          <a:lstStyle>
            <a:lvl1pPr marL="0" indent="0">
              <a:buNone/>
              <a:defRPr lang="en-US" sz="16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7607" y="3366301"/>
            <a:ext cx="4340785" cy="2253961"/>
          </a:xfrm>
        </p:spPr>
        <p:txBody>
          <a:bodyPr lIns="0" tIns="72000"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2685" y="3366301"/>
            <a:ext cx="4342629" cy="2253961"/>
          </a:xfrm>
        </p:spPr>
        <p:txBody>
          <a:bodyPr lIns="0" tIns="72000"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8215" y="358610"/>
            <a:ext cx="7135570" cy="822240"/>
          </a:xfrm>
        </p:spPr>
        <p:txBody>
          <a:bodyPr lIns="0" anchor="t">
            <a:normAutofit/>
          </a:bodyPr>
          <a:lstStyle>
            <a:lvl1pPr algn="ctr"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6096000" y="222583"/>
            <a:ext cx="0" cy="2188805"/>
          </a:xfrm>
          <a:prstGeom prst="line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17234858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 title="Decorative">
            <a:extLst>
              <a:ext uri="{FF2B5EF4-FFF2-40B4-BE49-F238E27FC236}">
                <a16:creationId xmlns:a16="http://schemas.microsoft.com/office/drawing/2014/main" id="{FC8F08DC-8736-4BFE-8B72-8DD4184DEBE1}"/>
              </a:ext>
            </a:extLst>
          </p:cNvPr>
          <p:cNvSpPr txBox="1">
            <a:spLocks/>
          </p:cNvSpPr>
          <p:nvPr userDrawn="1"/>
        </p:nvSpPr>
        <p:spPr>
          <a:xfrm>
            <a:off x="-1" y="2360141"/>
            <a:ext cx="6096001" cy="4497859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324000" bIns="45720" rtlCol="0" anchor="ctr">
            <a:normAutofit/>
          </a:bodyPr>
          <a:lstStyle>
            <a:lvl1pPr algn="r">
              <a:lnSpc>
                <a:spcPct val="90000"/>
              </a:lnSpc>
              <a:spcBef>
                <a:spcPct val="0"/>
              </a:spcBef>
              <a:buNone/>
              <a:defRPr sz="4000" b="1" i="0" spc="-150">
                <a:solidFill>
                  <a:schemeClr val="tx2"/>
                </a:solidFill>
                <a:latin typeface="Constantia" panose="02030602050306030303" pitchFamily="18" charset="0"/>
                <a:ea typeface="+mj-ea"/>
                <a:cs typeface="Gill Sans" panose="020B0502020104020203" pitchFamily="34" charset="-79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itle 1" title="Decorative">
            <a:extLst>
              <a:ext uri="{FF2B5EF4-FFF2-40B4-BE49-F238E27FC236}">
                <a16:creationId xmlns:a16="http://schemas.microsoft.com/office/drawing/2014/main" id="{FC8F08DC-8736-4BFE-8B72-8DD4184DEBE1}"/>
              </a:ext>
            </a:extLst>
          </p:cNvPr>
          <p:cNvSpPr txBox="1">
            <a:spLocks/>
          </p:cNvSpPr>
          <p:nvPr userDrawn="1"/>
        </p:nvSpPr>
        <p:spPr>
          <a:xfrm>
            <a:off x="6095999" y="2360141"/>
            <a:ext cx="6096001" cy="4497859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</p:spPr>
        <p:txBody>
          <a:bodyPr vert="horz" lIns="0" tIns="45720" rIns="324000" bIns="45720" rtlCol="0" anchor="ctr">
            <a:normAutofit/>
          </a:bodyPr>
          <a:lstStyle>
            <a:lvl1pPr algn="r">
              <a:lnSpc>
                <a:spcPct val="90000"/>
              </a:lnSpc>
              <a:spcBef>
                <a:spcPct val="0"/>
              </a:spcBef>
              <a:buNone/>
              <a:defRPr sz="4000" b="1" i="0" spc="-150">
                <a:solidFill>
                  <a:schemeClr val="tx2"/>
                </a:solidFill>
                <a:latin typeface="Constantia" panose="02030602050306030303" pitchFamily="18" charset="0"/>
                <a:ea typeface="+mj-ea"/>
                <a:cs typeface="Gill Sans" panose="020B0502020104020203" pitchFamily="34" charset="-79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7607" y="2962016"/>
            <a:ext cx="4340785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72685" y="2962016"/>
            <a:ext cx="4342629" cy="382749"/>
          </a:xfrm>
        </p:spPr>
        <p:txBody>
          <a:bodyPr vert="horz" lIns="0" tIns="45720" rIns="91440" bIns="45720" rtlCol="0" anchor="b">
            <a:normAutofit/>
          </a:bodyPr>
          <a:lstStyle>
            <a:lvl1pPr marL="0" indent="0">
              <a:buNone/>
              <a:defRPr lang="en-US" sz="16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7607" y="3366301"/>
            <a:ext cx="4340785" cy="2253961"/>
          </a:xfrm>
        </p:spPr>
        <p:txBody>
          <a:bodyPr lIns="0" tIns="72000"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2685" y="3366301"/>
            <a:ext cx="4342629" cy="2253961"/>
          </a:xfrm>
        </p:spPr>
        <p:txBody>
          <a:bodyPr lIns="0" tIns="72000"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8215" y="358610"/>
            <a:ext cx="7135570" cy="822240"/>
          </a:xfrm>
        </p:spPr>
        <p:txBody>
          <a:bodyPr lIns="0" anchor="t">
            <a:normAutofit/>
          </a:bodyPr>
          <a:lstStyle>
            <a:lvl1pPr algn="ctr"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6096000" y="222583"/>
            <a:ext cx="0" cy="2188805"/>
          </a:xfrm>
          <a:prstGeom prst="line">
            <a:avLst/>
          </a:prstGeom>
          <a:ln w="76200">
            <a:solidFill>
              <a:schemeClr val="accent2">
                <a:lumMod val="50000"/>
                <a:lumOff val="50000"/>
              </a:schemeClr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18496472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948" y="1193765"/>
            <a:ext cx="4385841" cy="1325563"/>
          </a:xfrm>
        </p:spPr>
        <p:txBody>
          <a:bodyPr anchor="b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8814" y="2632337"/>
            <a:ext cx="4385841" cy="33575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82016" y="1598619"/>
            <a:ext cx="4869806" cy="1896435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2016" y="1194294"/>
            <a:ext cx="4869806" cy="382749"/>
          </a:xfrm>
        </p:spPr>
        <p:txBody>
          <a:bodyPr lIns="0" anchor="b">
            <a:noAutofit/>
          </a:bodyPr>
          <a:lstStyle>
            <a:lvl1pPr marL="0" indent="0">
              <a:buNone/>
              <a:defRPr sz="1600" b="1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2C5FA2F-DD81-4A72-AB26-A4C663724F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82018" y="4093464"/>
            <a:ext cx="4869806" cy="1896435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2017" y="3689139"/>
            <a:ext cx="4832794" cy="382749"/>
          </a:xfrm>
        </p:spPr>
        <p:txBody>
          <a:bodyPr lIns="0" anchor="b">
            <a:noAutofit/>
          </a:bodyPr>
          <a:lstStyle>
            <a:lvl1pPr marL="0" indent="0">
              <a:buNone/>
              <a:defRPr sz="1600" b="1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10" name="Shape 62" title="Decorative">
            <a:extLst>
              <a:ext uri="{FF2B5EF4-FFF2-40B4-BE49-F238E27FC236}">
                <a16:creationId xmlns:a16="http://schemas.microsoft.com/office/drawing/2014/main" id="{2683CBB0-468F-4DD2-853B-FBFFA91B662E}"/>
              </a:ext>
            </a:extLst>
          </p:cNvPr>
          <p:cNvSpPr/>
          <p:nvPr userDrawn="1"/>
        </p:nvSpPr>
        <p:spPr>
          <a:xfrm flipV="1">
            <a:off x="830507" y="1194294"/>
            <a:ext cx="0" cy="4795606"/>
          </a:xfrm>
          <a:prstGeom prst="line">
            <a:avLst/>
          </a:prstGeom>
          <a:ln w="76200">
            <a:solidFill>
              <a:schemeClr val="accent1">
                <a:alpha val="97000"/>
              </a:schemeClr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39708105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28658" y="836271"/>
            <a:ext cx="4263342" cy="518545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 title="Decorative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57597" y="836271"/>
            <a:ext cx="4262400" cy="5185458"/>
          </a:xfrm>
          <a:solidFill>
            <a:schemeClr val="accent1"/>
          </a:solidFill>
        </p:spPr>
        <p:txBody>
          <a:bodyPr lIns="252000" tIns="144000" rIns="14400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033" y="1659770"/>
            <a:ext cx="2558005" cy="1325563"/>
          </a:xfrm>
        </p:spPr>
        <p:txBody>
          <a:bodyPr anchor="t"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9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756506" y="1915220"/>
            <a:ext cx="0" cy="2188805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32174074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 title="Decorative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3206186"/>
            <a:ext cx="12192000" cy="3651813"/>
          </a:xfrm>
          <a:solidFill>
            <a:schemeClr val="accent2"/>
          </a:solidFill>
        </p:spPr>
        <p:txBody>
          <a:bodyPr lIns="5400000" tIns="216000" rIns="180000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8053" y="1775520"/>
            <a:ext cx="6435524" cy="1325563"/>
          </a:xfrm>
        </p:spPr>
        <p:txBody>
          <a:bodyPr anchor="b"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1836" y="1"/>
            <a:ext cx="3523423" cy="320618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71836" y="3358587"/>
            <a:ext cx="3523423" cy="320618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2271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4586456"/>
            <a:ext cx="10349090" cy="1577281"/>
          </a:xfrm>
          <a:noFill/>
          <a:ln>
            <a:noFill/>
          </a:ln>
        </p:spPr>
        <p:txBody>
          <a:bodyPr lIns="0" tIns="216000" r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3717212"/>
            <a:ext cx="10349089" cy="854791"/>
          </a:xfrm>
        </p:spPr>
        <p:txBody>
          <a:bodyPr lIns="0" rIns="0" anchor="b"/>
          <a:lstStyle>
            <a:lvl1pPr algn="ctr">
              <a:defRPr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836271"/>
            <a:ext cx="10349089" cy="251652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1282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title="Decorative">
            <a:extLst>
              <a:ext uri="{FF2B5EF4-FFF2-40B4-BE49-F238E27FC236}">
                <a16:creationId xmlns:a16="http://schemas.microsoft.com/office/drawing/2014/main" id="{9DF8596F-E730-47C4-86C3-F4A9B3F78268}"/>
              </a:ext>
            </a:extLst>
          </p:cNvPr>
          <p:cNvSpPr/>
          <p:nvPr userDrawn="1"/>
        </p:nvSpPr>
        <p:spPr>
          <a:xfrm>
            <a:off x="0" y="0"/>
            <a:ext cx="4745620" cy="3428990"/>
          </a:xfrm>
          <a:prstGeom prst="rect">
            <a:avLst/>
          </a:prstGeom>
          <a:solidFill>
            <a:schemeClr val="accent2"/>
          </a:solidFill>
        </p:spPr>
        <p:txBody>
          <a:bodyPr vert="horz" lIns="252000" tIns="144000" rIns="144000" bIns="45720" rtlCol="0">
            <a:no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sz="1400" b="0" i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45620" y="3428990"/>
            <a:ext cx="7446380" cy="342900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659770"/>
            <a:ext cx="3085618" cy="1325563"/>
          </a:xfrm>
        </p:spPr>
        <p:txBody>
          <a:bodyPr lIns="0" anchor="t"/>
          <a:lstStyle>
            <a:lvl1pPr algn="l"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E0AB4DF-4264-4631-9A72-72B25F9BEE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9078" y="1197273"/>
            <a:ext cx="6121722" cy="382749"/>
          </a:xfrm>
        </p:spPr>
        <p:txBody>
          <a:bodyPr lIns="0" tIns="0" anchor="t">
            <a:norm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E3F0CD0-D764-45BB-9798-E9046593B3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59078" y="1588155"/>
            <a:ext cx="6121722" cy="1397178"/>
          </a:xfrm>
        </p:spPr>
        <p:txBody>
          <a:bodyPr lIns="0" tIns="0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E3F0CD0-D764-45BB-9798-E9046593B3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8200" y="3737092"/>
            <a:ext cx="3085618" cy="2663707"/>
          </a:xfrm>
        </p:spPr>
        <p:txBody>
          <a:bodyPr lIns="0" tIns="0">
            <a:norm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363622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title="Decorative">
            <a:extLst>
              <a:ext uri="{FF2B5EF4-FFF2-40B4-BE49-F238E27FC236}">
                <a16:creationId xmlns:a16="http://schemas.microsoft.com/office/drawing/2014/main" id="{9B9B3BD2-24FF-4E30-B0DA-4DCD6E57D9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92C0C-7E68-45AE-8824-6858C68747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2502" y="4973519"/>
            <a:ext cx="7299618" cy="1440000"/>
          </a:xfrm>
          <a:solidFill>
            <a:schemeClr val="accent1"/>
          </a:solidFill>
        </p:spPr>
        <p:txBody>
          <a:bodyPr lIns="216000">
            <a:normAutofit/>
          </a:bodyPr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536023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title="Decorative">
            <a:extLst>
              <a:ext uri="{FF2B5EF4-FFF2-40B4-BE49-F238E27FC236}">
                <a16:creationId xmlns:a16="http://schemas.microsoft.com/office/drawing/2014/main" id="{9B9B3BD2-24FF-4E30-B0DA-4DCD6E57D9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0271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 title="Decorative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89A80859-BDA6-44AA-A750-4E06108B9B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87474" y="3665204"/>
            <a:ext cx="7304526" cy="2196780"/>
          </a:xfrm>
          <a:solidFill>
            <a:schemeClr val="accent1"/>
          </a:solidFill>
        </p:spPr>
        <p:txBody>
          <a:bodyPr lIns="274320" tIns="182880" rIns="182880" bIns="18288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spc="-150" dirty="0">
                <a:solidFill>
                  <a:schemeClr val="bg1"/>
                </a:solidFill>
                <a:latin typeface="+mj-lt"/>
                <a:ea typeface="+mj-ea"/>
                <a:cs typeface="Gill Sans" panose="020B0502020104020203" pitchFamily="34" charset="-79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flipV="1">
            <a:off x="4887473" y="3665204"/>
            <a:ext cx="1" cy="2188805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425974026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 title="Decorative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89A80859-BDA6-44AA-A750-4E06108B9B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87474" y="3665204"/>
            <a:ext cx="7304526" cy="2196780"/>
          </a:xfrm>
          <a:solidFill>
            <a:schemeClr val="accent2"/>
          </a:solidFill>
        </p:spPr>
        <p:txBody>
          <a:bodyPr lIns="274320" tIns="182880" rIns="182880" bIns="18288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i="0" kern="1200" spc="-150" dirty="0">
                <a:solidFill>
                  <a:schemeClr val="bg1"/>
                </a:solidFill>
                <a:latin typeface="+mj-lt"/>
                <a:ea typeface="+mj-ea"/>
                <a:cs typeface="Gill Sans" panose="020B0502020104020203" pitchFamily="34" charset="-79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flipV="1">
            <a:off x="4887473" y="3665204"/>
            <a:ext cx="1" cy="2188805"/>
          </a:xfrm>
          <a:prstGeom prst="line">
            <a:avLst/>
          </a:prstGeom>
          <a:ln w="76200">
            <a:solidFill>
              <a:schemeClr val="accent2">
                <a:lumMod val="75000"/>
                <a:lumOff val="25000"/>
              </a:schemeClr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29559417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 title="Decorative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4979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DF09845-7890-4D10-A53B-2A4D05316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5688402"/>
            <a:ext cx="8717280" cy="823070"/>
          </a:xfrm>
          <a:noFill/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472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 title="Decorative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680013"/>
            <a:ext cx="12192000" cy="54979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9541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Custom Layou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 title="Decorative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4979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DF09845-7890-4D10-A53B-2A4D05316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5688402"/>
            <a:ext cx="8717280" cy="823070"/>
          </a:xfrm>
          <a:noFill/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3891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Custom Layou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 title="Decorative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680013"/>
            <a:ext cx="12192000" cy="54979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582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 title="Decorative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0" y="4735870"/>
            <a:ext cx="12192000" cy="150043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7EBB9618-FC05-4C85-8241-A1EFCE812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96" y="5074550"/>
            <a:ext cx="8717280" cy="823070"/>
          </a:xfrm>
          <a:noFill/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6611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 title="Decorative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 title="Decorative"/>
          <p:cNvSpPr/>
          <p:nvPr userDrawn="1"/>
        </p:nvSpPr>
        <p:spPr>
          <a:xfrm>
            <a:off x="0" y="4735870"/>
            <a:ext cx="12192000" cy="1500431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7EBB9618-FC05-4C85-8241-A1EFCE812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96" y="5074550"/>
            <a:ext cx="8717280" cy="823070"/>
          </a:xfrm>
          <a:noFill/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79706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 title="Decorative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 title="Decorative"/>
          <p:cNvSpPr/>
          <p:nvPr userDrawn="1"/>
        </p:nvSpPr>
        <p:spPr>
          <a:xfrm>
            <a:off x="0" y="4735870"/>
            <a:ext cx="12192000" cy="1500431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7EBB9618-FC05-4C85-8241-A1EFCE812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96" y="5074550"/>
            <a:ext cx="8717280" cy="823070"/>
          </a:xfrm>
          <a:noFill/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33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3413895" y="419827"/>
            <a:ext cx="7939904" cy="6018346"/>
            <a:chOff x="8585200" y="440266"/>
            <a:chExt cx="14753564" cy="11183013"/>
          </a:xfrm>
        </p:grpSpPr>
        <p:sp>
          <p:nvSpPr>
            <p:cNvPr id="5" name="Dikdörtgen" title="Decorative"/>
            <p:cNvSpPr/>
            <p:nvPr userDrawn="1"/>
          </p:nvSpPr>
          <p:spPr>
            <a:xfrm>
              <a:off x="8585200" y="440266"/>
              <a:ext cx="6156127" cy="9967848"/>
            </a:xfrm>
            <a:prstGeom prst="rect">
              <a:avLst/>
            </a:prstGeom>
            <a:solidFill>
              <a:srgbClr val="1F1F2A">
                <a:alpha val="13798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dirty="0"/>
            </a:p>
          </p:txBody>
        </p:sp>
        <p:sp>
          <p:nvSpPr>
            <p:cNvPr id="6" name="IMAGE PLACEHOLDER" title="Decorative"/>
            <p:cNvSpPr/>
            <p:nvPr userDrawn="1"/>
          </p:nvSpPr>
          <p:spPr>
            <a:xfrm>
              <a:off x="10168466" y="1092200"/>
              <a:ext cx="13170298" cy="10531079"/>
            </a:xfrm>
            <a:prstGeom prst="rect">
              <a:avLst/>
            </a:prstGeom>
            <a:solidFill>
              <a:schemeClr val="accent2"/>
            </a:solidFill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 anchor="ctr"/>
            <a:lstStyle>
              <a:lvl1pPr>
                <a:defRPr b="0">
                  <a:solidFill>
                    <a:srgbClr val="F3F3F3"/>
                  </a:solidFill>
                  <a:latin typeface="Raleway"/>
                  <a:ea typeface="Raleway"/>
                  <a:cs typeface="Raleway"/>
                  <a:sym typeface="Raleway"/>
                </a:defRPr>
              </a:lvl1pPr>
            </a:lstStyle>
            <a:p>
              <a:endParaRPr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710961-EE19-42C5-8B1B-B6C9862262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69027"/>
            <a:ext cx="2489200" cy="3124200"/>
          </a:xfrm>
        </p:spPr>
        <p:txBody>
          <a:bodyPr tIns="0" bIns="0" anchor="b">
            <a:noAutofit/>
          </a:bodyPr>
          <a:lstStyle>
            <a:lvl1pPr marL="0" indent="0" algn="r">
              <a:buNone/>
              <a:defRPr sz="30000">
                <a:solidFill>
                  <a:schemeClr val="accent2">
                    <a:lumMod val="75000"/>
                    <a:lumOff val="25000"/>
                    <a:alpha val="2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575" y="4500560"/>
            <a:ext cx="6536692" cy="1325563"/>
          </a:xfrm>
        </p:spPr>
        <p:txBody>
          <a:bodyPr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948043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3413895" y="419827"/>
            <a:ext cx="7939904" cy="6018346"/>
            <a:chOff x="8585200" y="440266"/>
            <a:chExt cx="14753564" cy="11183013"/>
          </a:xfrm>
        </p:grpSpPr>
        <p:sp>
          <p:nvSpPr>
            <p:cNvPr id="5" name="Dikdörtgen" title="Decorative"/>
            <p:cNvSpPr/>
            <p:nvPr userDrawn="1"/>
          </p:nvSpPr>
          <p:spPr>
            <a:xfrm>
              <a:off x="8585200" y="440266"/>
              <a:ext cx="6156127" cy="9967848"/>
            </a:xfrm>
            <a:prstGeom prst="rect">
              <a:avLst/>
            </a:prstGeom>
            <a:solidFill>
              <a:srgbClr val="1F1F2A">
                <a:alpha val="13798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dirty="0"/>
            </a:p>
          </p:txBody>
        </p:sp>
        <p:sp>
          <p:nvSpPr>
            <p:cNvPr id="6" name="IMAGE PLACEHOLDER" title="Decorative"/>
            <p:cNvSpPr/>
            <p:nvPr userDrawn="1"/>
          </p:nvSpPr>
          <p:spPr>
            <a:xfrm>
              <a:off x="10168466" y="1092200"/>
              <a:ext cx="13170298" cy="10531079"/>
            </a:xfrm>
            <a:prstGeom prst="rect">
              <a:avLst/>
            </a:prstGeom>
            <a:solidFill>
              <a:schemeClr val="accent1"/>
            </a:solidFill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 anchor="ctr"/>
            <a:lstStyle>
              <a:lvl1pPr>
                <a:defRPr b="0">
                  <a:solidFill>
                    <a:srgbClr val="F3F3F3"/>
                  </a:solidFill>
                  <a:latin typeface="Raleway"/>
                  <a:ea typeface="Raleway"/>
                  <a:cs typeface="Raleway"/>
                  <a:sym typeface="Raleway"/>
                </a:defRPr>
              </a:lvl1pPr>
            </a:lstStyle>
            <a:p>
              <a:endParaRPr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710961-EE19-42C5-8B1B-B6C9862262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69027"/>
            <a:ext cx="2489200" cy="3124200"/>
          </a:xfrm>
        </p:spPr>
        <p:txBody>
          <a:bodyPr tIns="0" bIns="0" anchor="b">
            <a:noAutofit/>
          </a:bodyPr>
          <a:lstStyle>
            <a:lvl1pPr marL="0" indent="0" algn="r">
              <a:buNone/>
              <a:defRPr sz="30000">
                <a:solidFill>
                  <a:schemeClr val="accent1">
                    <a:lumMod val="60000"/>
                    <a:lumOff val="40000"/>
                    <a:alpha val="2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575" y="4500560"/>
            <a:ext cx="6536692" cy="1325563"/>
          </a:xfrm>
        </p:spPr>
        <p:txBody>
          <a:bodyPr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6495172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3413895" y="419827"/>
            <a:ext cx="7939904" cy="6018346"/>
            <a:chOff x="8585200" y="440266"/>
            <a:chExt cx="14753564" cy="11183013"/>
          </a:xfrm>
        </p:grpSpPr>
        <p:sp>
          <p:nvSpPr>
            <p:cNvPr id="5" name="Dikdörtgen" title="Decorative"/>
            <p:cNvSpPr/>
            <p:nvPr userDrawn="1"/>
          </p:nvSpPr>
          <p:spPr>
            <a:xfrm>
              <a:off x="8585200" y="440266"/>
              <a:ext cx="6156127" cy="9967848"/>
            </a:xfrm>
            <a:prstGeom prst="rect">
              <a:avLst/>
            </a:prstGeom>
            <a:solidFill>
              <a:srgbClr val="1F1F2A">
                <a:alpha val="13798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dirty="0"/>
            </a:p>
          </p:txBody>
        </p:sp>
        <p:sp>
          <p:nvSpPr>
            <p:cNvPr id="6" name="IMAGE PLACEHOLDER" title="Decorative"/>
            <p:cNvSpPr/>
            <p:nvPr userDrawn="1"/>
          </p:nvSpPr>
          <p:spPr>
            <a:xfrm>
              <a:off x="10168466" y="1092200"/>
              <a:ext cx="13170298" cy="10531079"/>
            </a:xfrm>
            <a:prstGeom prst="rect">
              <a:avLst/>
            </a:prstGeom>
            <a:solidFill>
              <a:schemeClr val="accent4"/>
            </a:solidFill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 anchor="ctr"/>
            <a:lstStyle>
              <a:lvl1pPr>
                <a:defRPr b="0">
                  <a:solidFill>
                    <a:srgbClr val="F3F3F3"/>
                  </a:solidFill>
                  <a:latin typeface="Raleway"/>
                  <a:ea typeface="Raleway"/>
                  <a:cs typeface="Raleway"/>
                  <a:sym typeface="Raleway"/>
                </a:defRPr>
              </a:lvl1pPr>
            </a:lstStyle>
            <a:p>
              <a:endParaRPr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710961-EE19-42C5-8B1B-B6C9862262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69027"/>
            <a:ext cx="2489200" cy="3124200"/>
          </a:xfrm>
        </p:spPr>
        <p:txBody>
          <a:bodyPr tIns="0" bIns="0" anchor="b">
            <a:noAutofit/>
          </a:bodyPr>
          <a:lstStyle>
            <a:lvl1pPr marL="0" indent="0" algn="r">
              <a:buNone/>
              <a:defRPr sz="30000">
                <a:solidFill>
                  <a:schemeClr val="accent4">
                    <a:lumMod val="40000"/>
                    <a:lumOff val="60000"/>
                    <a:alpha val="2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575" y="4500560"/>
            <a:ext cx="6536692" cy="1325563"/>
          </a:xfrm>
        </p:spPr>
        <p:txBody>
          <a:bodyPr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68344221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 title="Decorative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0" y="1405466"/>
            <a:ext cx="12192000" cy="365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1906059"/>
            <a:ext cx="7882467" cy="1694180"/>
          </a:xfrm>
        </p:spPr>
        <p:txBody>
          <a:bodyPr lIns="0" anchor="t">
            <a:noAutofit/>
          </a:bodyPr>
          <a:lstStyle>
            <a:lvl1pPr>
              <a:defRPr sz="66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E820AC0-D6D8-48F9-9D9F-A17400A404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30361" y="4554447"/>
            <a:ext cx="2489200" cy="3124198"/>
          </a:xfrm>
          <a:solidFill>
            <a:schemeClr val="accent2">
              <a:lumMod val="75000"/>
              <a:lumOff val="25000"/>
            </a:schemeClr>
          </a:solidFill>
        </p:spPr>
        <p:txBody>
          <a:bodyPr bIns="0" anchor="b">
            <a:noAutofit/>
          </a:bodyPr>
          <a:lstStyle>
            <a:lvl1pPr marL="0" indent="0" algn="ctr">
              <a:buNone/>
              <a:defRPr sz="25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5523066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 title="Decorative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0" y="1405466"/>
            <a:ext cx="12192000" cy="365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1906059"/>
            <a:ext cx="7882467" cy="1694180"/>
          </a:xfrm>
        </p:spPr>
        <p:txBody>
          <a:bodyPr lIns="0" anchor="t">
            <a:noAutofit/>
          </a:bodyPr>
          <a:lstStyle>
            <a:lvl1pPr>
              <a:defRPr sz="66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E820AC0-D6D8-48F9-9D9F-A17400A404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30361" y="4554447"/>
            <a:ext cx="2489200" cy="3124198"/>
          </a:xfrm>
          <a:solidFill>
            <a:schemeClr val="accent1">
              <a:lumMod val="60000"/>
              <a:lumOff val="40000"/>
            </a:schemeClr>
          </a:solidFill>
        </p:spPr>
        <p:txBody>
          <a:bodyPr bIns="0" anchor="b">
            <a:noAutofit/>
          </a:bodyPr>
          <a:lstStyle>
            <a:lvl1pPr marL="0" indent="0" algn="ctr">
              <a:buNone/>
              <a:defRPr sz="25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717688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 title="Decorative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0" y="1405466"/>
            <a:ext cx="12192000" cy="365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1906059"/>
            <a:ext cx="7882467" cy="1694180"/>
          </a:xfrm>
        </p:spPr>
        <p:txBody>
          <a:bodyPr lIns="0" anchor="t">
            <a:noAutofit/>
          </a:bodyPr>
          <a:lstStyle>
            <a:lvl1pPr>
              <a:defRPr sz="66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E820AC0-D6D8-48F9-9D9F-A17400A404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30361" y="4554447"/>
            <a:ext cx="2489200" cy="3124198"/>
          </a:xfrm>
          <a:solidFill>
            <a:schemeClr val="accent4">
              <a:lumMod val="40000"/>
              <a:lumOff val="60000"/>
            </a:schemeClr>
          </a:solidFill>
        </p:spPr>
        <p:txBody>
          <a:bodyPr bIns="0" anchor="b">
            <a:noAutofit/>
          </a:bodyPr>
          <a:lstStyle>
            <a:lvl1pPr marL="0" indent="0" algn="ctr">
              <a:buNone/>
              <a:defRPr sz="25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217497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497916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title="Decorative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0" y="0"/>
            <a:ext cx="6057900" cy="6857995"/>
          </a:xfrm>
          <a:prstGeom prst="rect">
            <a:avLst/>
          </a:prstGeom>
          <a:solidFill>
            <a:schemeClr val="accent2"/>
          </a:solidFill>
        </p:spPr>
        <p:txBody>
          <a:bodyPr vert="horz" lIns="1296000" tIns="45720" rIns="432000" bIns="45720" rtlCol="0" anchor="ctr">
            <a:norm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Tx/>
              <a:buNone/>
            </a:pPr>
            <a:endParaRPr lang="en-US" sz="1400" b="0" i="0" spc="0" noProof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18323" y="1074809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18323" y="2365537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18323" y="3656265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18323" y="4946994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icture Placeholder 5" title="Decorative">
            <a:extLst>
              <a:ext uri="{FF2B5EF4-FFF2-40B4-BE49-F238E27FC236}">
                <a16:creationId xmlns:a16="http://schemas.microsoft.com/office/drawing/2014/main" id="{EADDC907-00BA-437D-8631-DCDAA19616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49917" y="1002146"/>
            <a:ext cx="885235" cy="885235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5" title="Decorative">
            <a:extLst>
              <a:ext uri="{FF2B5EF4-FFF2-40B4-BE49-F238E27FC236}">
                <a16:creationId xmlns:a16="http://schemas.microsoft.com/office/drawing/2014/main" id="{44A0EDB5-B80A-4225-9741-99690ADBCE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49917" y="2291505"/>
            <a:ext cx="885235" cy="885235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5" title="Decorative">
            <a:extLst>
              <a:ext uri="{FF2B5EF4-FFF2-40B4-BE49-F238E27FC236}">
                <a16:creationId xmlns:a16="http://schemas.microsoft.com/office/drawing/2014/main" id="{E5C18081-A6EE-421D-96AC-0A7FA46F744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49917" y="3580864"/>
            <a:ext cx="885235" cy="885235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5" title="Decorative">
            <a:extLst>
              <a:ext uri="{FF2B5EF4-FFF2-40B4-BE49-F238E27FC236}">
                <a16:creationId xmlns:a16="http://schemas.microsoft.com/office/drawing/2014/main" id="{1D21CB0A-3210-4B51-85A0-5111AEBA214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49917" y="4870223"/>
            <a:ext cx="885235" cy="885235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057" y="1100290"/>
            <a:ext cx="4008437" cy="1395208"/>
          </a:xfrm>
        </p:spPr>
        <p:txBody>
          <a:bodyPr lIns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1058" y="2561159"/>
            <a:ext cx="4008437" cy="602887"/>
          </a:xfrm>
        </p:spPr>
        <p:txBody>
          <a:bodyPr lIns="0" anchor="t">
            <a:normAutofit/>
          </a:bodyPr>
          <a:lstStyle>
            <a:lvl1pPr marL="0" indent="0">
              <a:buNone/>
              <a:defRPr sz="1400" spc="300">
                <a:solidFill>
                  <a:schemeClr val="bg1"/>
                </a:solidFill>
                <a:latin typeface="+mj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3498661"/>
            <a:ext cx="4008438" cy="2560899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918496" y="2124643"/>
            <a:ext cx="0" cy="2188806"/>
          </a:xfrm>
          <a:prstGeom prst="line">
            <a:avLst/>
          </a:prstGeom>
          <a:ln w="76200">
            <a:solidFill>
              <a:schemeClr val="accent2">
                <a:lumMod val="50000"/>
                <a:lumOff val="50000"/>
              </a:schemeClr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426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382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18323" y="1058980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18323" y="2365537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18323" y="3656265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18323" y="4946994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057" y="1100290"/>
            <a:ext cx="4008437" cy="1395208"/>
          </a:xfrm>
        </p:spPr>
        <p:txBody>
          <a:bodyPr lIns="0" anchor="b"/>
          <a:lstStyle>
            <a:lvl1pPr>
              <a:defRPr b="1"/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1058" y="2561159"/>
            <a:ext cx="4008437" cy="602887"/>
          </a:xfrm>
        </p:spPr>
        <p:txBody>
          <a:bodyPr lIns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  <a:latin typeface="+mj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3498661"/>
            <a:ext cx="4008438" cy="2560899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5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918496" y="2124643"/>
            <a:ext cx="0" cy="2188806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E5B409A-28A1-4F13-9C1C-E15291930DF1}"/>
              </a:ext>
            </a:extLst>
          </p:cNvPr>
          <p:cNvSpPr/>
          <p:nvPr userDrawn="1"/>
        </p:nvSpPr>
        <p:spPr>
          <a:xfrm>
            <a:off x="6721671" y="1047456"/>
            <a:ext cx="754743" cy="7547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0A9508C-D302-4643-AFFA-37BE20A4CF91}"/>
              </a:ext>
            </a:extLst>
          </p:cNvPr>
          <p:cNvSpPr/>
          <p:nvPr userDrawn="1"/>
        </p:nvSpPr>
        <p:spPr>
          <a:xfrm>
            <a:off x="6721671" y="2342488"/>
            <a:ext cx="754743" cy="7547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C430BF1-F654-4C13-9094-97AE78B80696}"/>
              </a:ext>
            </a:extLst>
          </p:cNvPr>
          <p:cNvSpPr/>
          <p:nvPr userDrawn="1"/>
        </p:nvSpPr>
        <p:spPr>
          <a:xfrm>
            <a:off x="6721671" y="3644740"/>
            <a:ext cx="754743" cy="7547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4F3E6A2-CCB8-4870-9797-40002216D2B3}"/>
              </a:ext>
            </a:extLst>
          </p:cNvPr>
          <p:cNvSpPr/>
          <p:nvPr userDrawn="1"/>
        </p:nvSpPr>
        <p:spPr>
          <a:xfrm>
            <a:off x="6721671" y="4935469"/>
            <a:ext cx="754743" cy="7547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3725AD6-E3CC-4FAC-94F3-1F4CB56D222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874411" y="1200196"/>
            <a:ext cx="449262" cy="449263"/>
          </a:xfrm>
        </p:spPr>
        <p:txBody>
          <a:bodyPr anchor="ctr">
            <a:normAutofit/>
          </a:bodyPr>
          <a:lstStyle>
            <a:lvl1pPr marL="0" indent="0" algn="ctr">
              <a:buNone/>
              <a:defRPr sz="7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C80D4B49-1275-4A83-A987-EC233FB6CC3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74411" y="2506752"/>
            <a:ext cx="449262" cy="449263"/>
          </a:xfrm>
        </p:spPr>
        <p:txBody>
          <a:bodyPr anchor="ctr">
            <a:normAutofit/>
          </a:bodyPr>
          <a:lstStyle>
            <a:lvl1pPr marL="0" indent="0" algn="ctr">
              <a:buNone/>
              <a:defRPr sz="7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7B475AE2-C1A9-4191-A31B-5D6893397E2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874411" y="3797479"/>
            <a:ext cx="449262" cy="449263"/>
          </a:xfrm>
        </p:spPr>
        <p:txBody>
          <a:bodyPr anchor="ctr">
            <a:normAutofit/>
          </a:bodyPr>
          <a:lstStyle>
            <a:lvl1pPr marL="0" indent="0" algn="ctr">
              <a:buNone/>
              <a:defRPr sz="7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C29F28E2-C28B-447C-818F-8676A82EEAA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874411" y="5088208"/>
            <a:ext cx="449262" cy="449263"/>
          </a:xfrm>
        </p:spPr>
        <p:txBody>
          <a:bodyPr anchor="ctr">
            <a:normAutofit/>
          </a:bodyPr>
          <a:lstStyle>
            <a:lvl1pPr marL="0" indent="0" algn="ctr">
              <a:buNone/>
              <a:defRPr sz="7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922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3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title="Decorative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0" y="3721472"/>
            <a:ext cx="12192000" cy="3136523"/>
          </a:xfrm>
          <a:prstGeom prst="rect">
            <a:avLst/>
          </a:prstGeom>
          <a:solidFill>
            <a:schemeClr val="accent2"/>
          </a:solidFill>
        </p:spPr>
        <p:txBody>
          <a:bodyPr vert="horz" lIns="1296000" tIns="45720" rIns="432000" bIns="45720" rtlCol="0" anchor="ctr">
            <a:norm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Tx/>
              <a:buNone/>
            </a:pPr>
            <a:endParaRPr lang="en-US" sz="1400" b="0" i="0" spc="0" noProof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8543" y="358610"/>
            <a:ext cx="10854914" cy="804759"/>
          </a:xfrm>
        </p:spPr>
        <p:txBody>
          <a:bodyPr lIns="0" anchor="b">
            <a:normAutofit/>
          </a:bodyPr>
          <a:lstStyle>
            <a:lvl1pPr algn="ctr">
              <a:defRPr sz="4000" b="1"/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6" name="Picture Placeholder 5" title="Decorative">
            <a:extLst>
              <a:ext uri="{FF2B5EF4-FFF2-40B4-BE49-F238E27FC236}">
                <a16:creationId xmlns:a16="http://schemas.microsoft.com/office/drawing/2014/main" id="{8C7AA169-6546-4620-BD7B-7B36553C2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78803" y="2592710"/>
            <a:ext cx="973759" cy="973759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5" title="Decorative">
            <a:extLst>
              <a:ext uri="{FF2B5EF4-FFF2-40B4-BE49-F238E27FC236}">
                <a16:creationId xmlns:a16="http://schemas.microsoft.com/office/drawing/2014/main" id="{CE9C16DA-A24B-4516-BCC8-C747730478D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26108" y="2592710"/>
            <a:ext cx="973759" cy="973759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Picture Placeholder 5" title="Decorative">
            <a:extLst>
              <a:ext uri="{FF2B5EF4-FFF2-40B4-BE49-F238E27FC236}">
                <a16:creationId xmlns:a16="http://schemas.microsoft.com/office/drawing/2014/main" id="{A498122E-BB6F-4765-B85E-6410B9CE17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073413" y="2592710"/>
            <a:ext cx="973759" cy="973759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Picture Placeholder 5" title="Decorative">
            <a:extLst>
              <a:ext uri="{FF2B5EF4-FFF2-40B4-BE49-F238E27FC236}">
                <a16:creationId xmlns:a16="http://schemas.microsoft.com/office/drawing/2014/main" id="{D19B2F25-5E98-4166-8476-BE599D16121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0718" y="2592710"/>
            <a:ext cx="973759" cy="973759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780" y="3920809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76825" y="3923752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2870" y="3920809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68916" y="3916626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8544" y="1489701"/>
            <a:ext cx="10854914" cy="541483"/>
          </a:xfrm>
        </p:spPr>
        <p:txBody>
          <a:bodyPr l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6096000" y="222583"/>
            <a:ext cx="0" cy="2188805"/>
          </a:xfrm>
          <a:prstGeom prst="line">
            <a:avLst/>
          </a:prstGeom>
          <a:ln w="76200">
            <a:solidFill>
              <a:schemeClr val="accent2">
                <a:lumMod val="75000"/>
                <a:lumOff val="25000"/>
              </a:schemeClr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</p:spTree>
    <p:extLst>
      <p:ext uri="{BB962C8B-B14F-4D97-AF65-F5344CB8AC3E}">
        <p14:creationId xmlns:p14="http://schemas.microsoft.com/office/powerpoint/2010/main" val="638410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4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780" y="4601529"/>
            <a:ext cx="2469806" cy="156215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76825" y="4604472"/>
            <a:ext cx="2469806" cy="156215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2870" y="4601529"/>
            <a:ext cx="2469806" cy="156215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68916" y="4597346"/>
            <a:ext cx="2469806" cy="156215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8543" y="358610"/>
            <a:ext cx="10854914" cy="804759"/>
          </a:xfrm>
        </p:spPr>
        <p:txBody>
          <a:bodyPr lIns="0" anchor="b">
            <a:normAutofit/>
          </a:bodyPr>
          <a:lstStyle>
            <a:lvl1pPr algn="ctr">
              <a:defRPr sz="4000" b="1"/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8544" y="1489701"/>
            <a:ext cx="10854914" cy="731691"/>
          </a:xfrm>
        </p:spPr>
        <p:txBody>
          <a:bodyPr l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6096000" y="222583"/>
            <a:ext cx="0" cy="2188805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D7457D0-C252-49A3-9635-C29B38A49BDC}"/>
              </a:ext>
            </a:extLst>
          </p:cNvPr>
          <p:cNvSpPr/>
          <p:nvPr userDrawn="1"/>
        </p:nvSpPr>
        <p:spPr>
          <a:xfrm>
            <a:off x="1179625" y="3047656"/>
            <a:ext cx="1372116" cy="137211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66715FF-568E-4151-A75B-79EC2EC52AED}"/>
              </a:ext>
            </a:extLst>
          </p:cNvPr>
          <p:cNvSpPr/>
          <p:nvPr userDrawn="1"/>
        </p:nvSpPr>
        <p:spPr>
          <a:xfrm>
            <a:off x="4025670" y="3047656"/>
            <a:ext cx="1372116" cy="137211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E41CAAB-44C4-48D7-80E1-3BF0D8006A5A}"/>
              </a:ext>
            </a:extLst>
          </p:cNvPr>
          <p:cNvSpPr/>
          <p:nvPr userDrawn="1"/>
        </p:nvSpPr>
        <p:spPr>
          <a:xfrm>
            <a:off x="6871715" y="3047656"/>
            <a:ext cx="1372116" cy="137211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251A171-181E-416A-9BB8-F6DBEB470707}"/>
              </a:ext>
            </a:extLst>
          </p:cNvPr>
          <p:cNvSpPr/>
          <p:nvPr userDrawn="1"/>
        </p:nvSpPr>
        <p:spPr>
          <a:xfrm>
            <a:off x="9717761" y="3047656"/>
            <a:ext cx="1372116" cy="137211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FE6EF7CF-2190-49FE-8BAE-D2863ECD5CA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395525" y="3263556"/>
            <a:ext cx="940316" cy="940316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47D99824-ECF4-4A44-A7CE-84F3AC262C3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14925" y="3263556"/>
            <a:ext cx="940316" cy="940316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F1AE9D02-1431-4CC3-8919-5D21732C45C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097825" y="3263556"/>
            <a:ext cx="940316" cy="940316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69207058-4EB8-4D3C-B236-53DC24F30D9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955325" y="3263556"/>
            <a:ext cx="940316" cy="940316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20055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4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title="Decorative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6134100" y="0"/>
            <a:ext cx="6057900" cy="6857995"/>
          </a:xfrm>
          <a:prstGeom prst="rect">
            <a:avLst/>
          </a:prstGeom>
          <a:solidFill>
            <a:srgbClr val="DFE3E9"/>
          </a:solidFill>
        </p:spPr>
        <p:txBody>
          <a:bodyPr vert="horz" lIns="1296000" tIns="45720" rIns="432000" bIns="45720" rtlCol="0" anchor="ctr">
            <a:norm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Tx/>
              <a:buNone/>
            </a:pPr>
            <a:endParaRPr lang="en-US" sz="1400" b="0" i="0" spc="0" noProof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057" y="2234610"/>
            <a:ext cx="4008437" cy="1395208"/>
          </a:xfrm>
        </p:spPr>
        <p:txBody>
          <a:bodyPr lIns="0" anchor="b"/>
          <a:lstStyle>
            <a:lvl1pPr>
              <a:defRPr b="1"/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1058" y="3695479"/>
            <a:ext cx="4008437" cy="602887"/>
          </a:xfrm>
        </p:spPr>
        <p:txBody>
          <a:bodyPr lIns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  <a:latin typeface="+mj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6" name="Picture Placeholder 5" title="Decorative">
            <a:extLst>
              <a:ext uri="{FF2B5EF4-FFF2-40B4-BE49-F238E27FC236}">
                <a16:creationId xmlns:a16="http://schemas.microsoft.com/office/drawing/2014/main" id="{8C7AA169-6546-4620-BD7B-7B36553C2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02922" y="954224"/>
            <a:ext cx="973759" cy="973759"/>
          </a:xfrm>
          <a:prstGeom prst="ellipse">
            <a:avLst/>
          </a:prstGeom>
          <a:noFill/>
          <a:ln w="38100">
            <a:noFill/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5" title="Decorative">
            <a:extLst>
              <a:ext uri="{FF2B5EF4-FFF2-40B4-BE49-F238E27FC236}">
                <a16:creationId xmlns:a16="http://schemas.microsoft.com/office/drawing/2014/main" id="{CE9C16DA-A24B-4516-BCC8-C747730478D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02922" y="2245735"/>
            <a:ext cx="973759" cy="973759"/>
          </a:xfrm>
          <a:prstGeom prst="ellipse">
            <a:avLst/>
          </a:prstGeom>
          <a:noFill/>
          <a:ln w="3810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Picture Placeholder 5" title="Decorative">
            <a:extLst>
              <a:ext uri="{FF2B5EF4-FFF2-40B4-BE49-F238E27FC236}">
                <a16:creationId xmlns:a16="http://schemas.microsoft.com/office/drawing/2014/main" id="{A498122E-BB6F-4765-B85E-6410B9CE17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02922" y="3537246"/>
            <a:ext cx="973759" cy="973759"/>
          </a:xfrm>
          <a:prstGeom prst="ellipse">
            <a:avLst/>
          </a:prstGeom>
          <a:noFill/>
          <a:ln w="3810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Picture Placeholder 5" title="Decorative">
            <a:extLst>
              <a:ext uri="{FF2B5EF4-FFF2-40B4-BE49-F238E27FC236}">
                <a16:creationId xmlns:a16="http://schemas.microsoft.com/office/drawing/2014/main" id="{D19B2F25-5E98-4166-8476-BE599D16121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02922" y="4828757"/>
            <a:ext cx="973759" cy="973759"/>
          </a:xfrm>
          <a:prstGeom prst="ellipse">
            <a:avLst/>
          </a:prstGeom>
          <a:noFill/>
          <a:ln w="3810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18323" y="1074809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18323" y="2365537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18323" y="3656265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18323" y="4946994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918496" y="3276108"/>
            <a:ext cx="0" cy="2188805"/>
          </a:xfrm>
          <a:prstGeom prst="line">
            <a:avLst/>
          </a:prstGeom>
          <a:ln w="76200">
            <a:solidFill>
              <a:schemeClr val="accent4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</p:spTree>
    <p:extLst>
      <p:ext uri="{BB962C8B-B14F-4D97-AF65-F5344CB8AC3E}">
        <p14:creationId xmlns:p14="http://schemas.microsoft.com/office/powerpoint/2010/main" val="4194667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4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title="Decorative"/>
          <p:cNvSpPr/>
          <p:nvPr userDrawn="1"/>
        </p:nvSpPr>
        <p:spPr>
          <a:xfrm>
            <a:off x="0" y="0"/>
            <a:ext cx="12192000" cy="28096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FBBE79-9A2D-485C-A5FF-D6F6AFD2A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581" y="597067"/>
            <a:ext cx="8768625" cy="1149325"/>
          </a:xfrm>
        </p:spPr>
        <p:txBody>
          <a:bodyPr l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 title="Decorative">
            <a:extLst>
              <a:ext uri="{FF2B5EF4-FFF2-40B4-BE49-F238E27FC236}">
                <a16:creationId xmlns:a16="http://schemas.microsoft.com/office/drawing/2014/main" id="{0D8C8A61-C19F-4EF6-A991-5B6EFC5F7A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38871" y="3050995"/>
            <a:ext cx="1643384" cy="16433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 title="Decorative">
            <a:extLst>
              <a:ext uri="{FF2B5EF4-FFF2-40B4-BE49-F238E27FC236}">
                <a16:creationId xmlns:a16="http://schemas.microsoft.com/office/drawing/2014/main" id="{FB28CC40-CBF3-4E1C-841D-45C7739F95E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42264" y="3050995"/>
            <a:ext cx="1643384" cy="16433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 title="Decorative">
            <a:extLst>
              <a:ext uri="{FF2B5EF4-FFF2-40B4-BE49-F238E27FC236}">
                <a16:creationId xmlns:a16="http://schemas.microsoft.com/office/drawing/2014/main" id="{12606688-9042-46BE-82EA-2A9034C212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5657" y="3061267"/>
            <a:ext cx="1643384" cy="16433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 title="Decorative">
            <a:extLst>
              <a:ext uri="{FF2B5EF4-FFF2-40B4-BE49-F238E27FC236}">
                <a16:creationId xmlns:a16="http://schemas.microsoft.com/office/drawing/2014/main" id="{94A72397-DF36-48ED-9888-0827D143B9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449049" y="3061267"/>
            <a:ext cx="1643384" cy="16433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D736A8B-DD51-4DE5-A500-3F2E06CA9E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4711" y="5272005"/>
            <a:ext cx="2517605" cy="1029458"/>
          </a:xfrm>
        </p:spPr>
        <p:txBody>
          <a:bodyPr lIns="0">
            <a:noAutofit/>
          </a:bodyPr>
          <a:lstStyle>
            <a:lvl1pPr marL="0" indent="0" algn="ct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88F0D2C-15BE-4CDF-B390-80500DDD74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4711" y="4791479"/>
            <a:ext cx="2517605" cy="382749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1600" b="1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C14EC5C-D80F-42F2-A5F0-D4F07AADAE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0942" y="5272005"/>
            <a:ext cx="2517605" cy="1029458"/>
          </a:xfrm>
        </p:spPr>
        <p:txBody>
          <a:bodyPr lIns="0">
            <a:noAutofit/>
          </a:bodyPr>
          <a:lstStyle>
            <a:lvl1pPr marL="0" indent="0" algn="ct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35DD3B7-76E7-45B9-B75B-30D7AFC8EE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0942" y="4791479"/>
            <a:ext cx="2517605" cy="382749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1600" b="1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5A499762-AEDB-43BC-89CC-CC0602BEAF7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17173" y="5282275"/>
            <a:ext cx="2517605" cy="1029458"/>
          </a:xfrm>
        </p:spPr>
        <p:txBody>
          <a:bodyPr lIns="0">
            <a:noAutofit/>
          </a:bodyPr>
          <a:lstStyle>
            <a:lvl1pPr marL="0" indent="0" algn="ct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880EDD7E-326D-47DC-B58D-88ECE1D00F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17173" y="4801749"/>
            <a:ext cx="2517605" cy="382749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1600" b="1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B92C933-F978-486C-A305-0BAC73E0F15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023403" y="5282275"/>
            <a:ext cx="2517605" cy="1029458"/>
          </a:xfrm>
        </p:spPr>
        <p:txBody>
          <a:bodyPr lIns="0">
            <a:noAutofit/>
          </a:bodyPr>
          <a:lstStyle>
            <a:lvl1pPr marL="0" indent="0" algn="ct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B18BFAE0-942E-42DB-BD07-596D50E07E3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23403" y="4801749"/>
            <a:ext cx="2517605" cy="382749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1600" b="1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21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6096000" y="759266"/>
            <a:ext cx="0" cy="2188805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77645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title="Decorative"/>
          <p:cNvSpPr/>
          <p:nvPr userDrawn="1"/>
        </p:nvSpPr>
        <p:spPr>
          <a:xfrm>
            <a:off x="0" y="1964267"/>
            <a:ext cx="3052729" cy="24435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 title="Decorative"/>
          <p:cNvSpPr/>
          <p:nvPr userDrawn="1"/>
        </p:nvSpPr>
        <p:spPr>
          <a:xfrm>
            <a:off x="6092848" y="1964267"/>
            <a:ext cx="3052729" cy="244350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 title="Decorative"/>
          <p:cNvSpPr/>
          <p:nvPr userDrawn="1"/>
        </p:nvSpPr>
        <p:spPr>
          <a:xfrm>
            <a:off x="9139272" y="4414498"/>
            <a:ext cx="3052729" cy="2443502"/>
          </a:xfrm>
          <a:prstGeom prst="rect">
            <a:avLst/>
          </a:prstGeom>
          <a:solidFill>
            <a:schemeClr val="accent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FBBE79-9A2D-485C-A5FF-D6F6AFD2AFC3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106887" y="616350"/>
            <a:ext cx="7978227" cy="1062602"/>
          </a:xfrm>
        </p:spPr>
        <p:txBody>
          <a:bodyPr lIns="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Picture Placeholder 4" title="Decorative">
            <a:extLst>
              <a:ext uri="{FF2B5EF4-FFF2-40B4-BE49-F238E27FC236}">
                <a16:creationId xmlns:a16="http://schemas.microsoft.com/office/drawing/2014/main" id="{0D8C8A61-C19F-4EF6-A991-5B6EFC5F7A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16552"/>
            <a:ext cx="3054096" cy="24414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4" title="Decorative">
            <a:extLst>
              <a:ext uri="{FF2B5EF4-FFF2-40B4-BE49-F238E27FC236}">
                <a16:creationId xmlns:a16="http://schemas.microsoft.com/office/drawing/2014/main" id="{12606688-9042-46BE-82EA-2A9034C212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46424" y="1964267"/>
            <a:ext cx="3054096" cy="24414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4" title="Decorative">
            <a:extLst>
              <a:ext uri="{FF2B5EF4-FFF2-40B4-BE49-F238E27FC236}">
                <a16:creationId xmlns:a16="http://schemas.microsoft.com/office/drawing/2014/main" id="{94A72397-DF36-48ED-9888-0827D143B9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37904" y="1964267"/>
            <a:ext cx="3054096" cy="24414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Rectangle 25" title="Decorative"/>
          <p:cNvSpPr/>
          <p:nvPr userDrawn="1"/>
        </p:nvSpPr>
        <p:spPr>
          <a:xfrm>
            <a:off x="3046424" y="4414498"/>
            <a:ext cx="3052729" cy="24435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D736A8B-DD51-4DE5-A500-3F2E06CA9E12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264410" y="3652861"/>
            <a:ext cx="2517605" cy="484146"/>
          </a:xfrm>
        </p:spPr>
        <p:txBody>
          <a:bodyPr lIns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88F0D2C-15BE-4CDF-B390-80500DDD7436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64410" y="3248535"/>
            <a:ext cx="2517605" cy="382749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C14EC5C-D80F-42F2-A5F0-D4F07AADAECE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6359042" y="3652861"/>
            <a:ext cx="2517605" cy="484146"/>
          </a:xfrm>
        </p:spPr>
        <p:txBody>
          <a:bodyPr lIns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35DD3B7-76E7-45B9-B75B-30D7AFC8EE6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359042" y="3248535"/>
            <a:ext cx="2517605" cy="382749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B9FAC90-EA8D-4C0E-A0D1-0D252B50A12F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3288925" y="5167572"/>
            <a:ext cx="2517605" cy="484146"/>
          </a:xfrm>
        </p:spPr>
        <p:txBody>
          <a:bodyPr lIns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5556F808-0B84-4923-9C86-83F13CFABBB6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3288925" y="4763246"/>
            <a:ext cx="2517605" cy="382749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D49870F-68D7-4CDC-8F2A-696151FA2B90}"/>
              </a:ext>
            </a:extLst>
          </p:cNvPr>
          <p:cNvSpPr>
            <a:spLocks noGrp="1"/>
          </p:cNvSpPr>
          <p:nvPr userDrawn="1">
            <p:ph type="body" sz="quarter" idx="21"/>
          </p:nvPr>
        </p:nvSpPr>
        <p:spPr>
          <a:xfrm>
            <a:off x="9412281" y="5167572"/>
            <a:ext cx="2517605" cy="484146"/>
          </a:xfrm>
        </p:spPr>
        <p:txBody>
          <a:bodyPr lIns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0C251D-6B9A-485B-A02D-AAF34ECA7B5D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9412281" y="4763246"/>
            <a:ext cx="2517605" cy="382749"/>
          </a:xfrm>
        </p:spPr>
        <p:txBody>
          <a:bodyPr lIns="0" anchor="b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31" name="Picture Placeholder 4" title="Decorative">
            <a:extLst>
              <a:ext uri="{FF2B5EF4-FFF2-40B4-BE49-F238E27FC236}">
                <a16:creationId xmlns:a16="http://schemas.microsoft.com/office/drawing/2014/main" id="{FB28CC40-CBF3-4E1C-841D-45C7739F95E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2848" y="4416552"/>
            <a:ext cx="3054096" cy="24414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17509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F6D2B1F-21AB-FC4C-ADF6-BC4463A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9972"/>
            <a:ext cx="4767262" cy="1342045"/>
          </a:xfrm>
        </p:spPr>
        <p:txBody>
          <a:bodyPr lIns="0"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372009-C299-3A49-80B3-22EAC7016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635242"/>
            <a:ext cx="4767262" cy="34832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400" spc="0">
                <a:solidFill>
                  <a:schemeClr val="tx2"/>
                </a:solidFill>
                <a:latin typeface="+mn-lt"/>
              </a:defRPr>
            </a:lvl1pPr>
            <a:lvl2pPr marL="457200" indent="0">
              <a:lnSpc>
                <a:spcPct val="100000"/>
              </a:lnSpc>
              <a:buNone/>
              <a:defRPr sz="1100" spc="0">
                <a:solidFill>
                  <a:schemeClr val="tx2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050" spc="0">
                <a:solidFill>
                  <a:schemeClr val="tx2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BC005EA5-AC3E-B248-B6E7-9CA2F3092A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2247679"/>
            <a:ext cx="4767262" cy="321901"/>
          </a:xfrm>
        </p:spPr>
        <p:txBody>
          <a:bodyPr lIns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  <a:latin typeface="+mj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3" name="Chart Placeholder 2" title="Decorative">
            <a:extLst>
              <a:ext uri="{FF2B5EF4-FFF2-40B4-BE49-F238E27FC236}">
                <a16:creationId xmlns:a16="http://schemas.microsoft.com/office/drawing/2014/main" id="{D352E4A8-F531-4E6C-BD45-CE540EDB1D4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937569" y="2247900"/>
            <a:ext cx="5620473" cy="3870325"/>
          </a:xfrm>
        </p:spPr>
        <p:txBody>
          <a:bodyPr/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5F4DF3-3822-4AC9-9C82-C8D284E443EB}"/>
              </a:ext>
            </a:extLst>
          </p:cNvPr>
          <p:cNvSpPr/>
          <p:nvPr userDrawn="1"/>
        </p:nvSpPr>
        <p:spPr>
          <a:xfrm>
            <a:off x="5937569" y="2082800"/>
            <a:ext cx="5620473" cy="10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0096353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F6D2B1F-21AB-FC4C-ADF6-BC4463A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9972"/>
            <a:ext cx="4767262" cy="1342045"/>
          </a:xfrm>
        </p:spPr>
        <p:txBody>
          <a:bodyPr lIns="0" anchor="b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372009-C299-3A49-80B3-22EAC7016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635242"/>
            <a:ext cx="4767262" cy="34832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400" spc="0">
                <a:solidFill>
                  <a:schemeClr val="tx2"/>
                </a:solidFill>
                <a:latin typeface="+mn-lt"/>
              </a:defRPr>
            </a:lvl1pPr>
            <a:lvl2pPr marL="457200" indent="0">
              <a:lnSpc>
                <a:spcPct val="100000"/>
              </a:lnSpc>
              <a:buNone/>
              <a:defRPr sz="1100" spc="0">
                <a:solidFill>
                  <a:schemeClr val="tx2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050" spc="0">
                <a:solidFill>
                  <a:schemeClr val="tx2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BC005EA5-AC3E-B248-B6E7-9CA2F3092A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2247679"/>
            <a:ext cx="4767262" cy="321901"/>
          </a:xfrm>
        </p:spPr>
        <p:txBody>
          <a:bodyPr lIns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  <a:latin typeface="+mj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3" name="Chart Placeholder 2" title="Decorative">
            <a:extLst>
              <a:ext uri="{FF2B5EF4-FFF2-40B4-BE49-F238E27FC236}">
                <a16:creationId xmlns:a16="http://schemas.microsoft.com/office/drawing/2014/main" id="{D352E4A8-F531-4E6C-BD45-CE540EDB1D4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937569" y="839972"/>
            <a:ext cx="5620473" cy="5278253"/>
          </a:xfrm>
        </p:spPr>
        <p:txBody>
          <a:bodyPr/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7" name="Shape 62" title="Decorative">
            <a:extLst>
              <a:ext uri="{FF2B5EF4-FFF2-40B4-BE49-F238E27FC236}">
                <a16:creationId xmlns:a16="http://schemas.microsoft.com/office/drawing/2014/main" id="{5C48ADE8-5D65-4FF2-93E1-D504137454D1}"/>
              </a:ext>
            </a:extLst>
          </p:cNvPr>
          <p:cNvSpPr/>
          <p:nvPr userDrawn="1"/>
        </p:nvSpPr>
        <p:spPr>
          <a:xfrm flipV="1">
            <a:off x="5770807" y="839972"/>
            <a:ext cx="0" cy="5370328"/>
          </a:xfrm>
          <a:prstGeom prst="line">
            <a:avLst/>
          </a:prstGeom>
          <a:ln w="76200">
            <a:solidFill>
              <a:schemeClr val="accent1">
                <a:alpha val="97000"/>
              </a:schemeClr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</p:spTree>
    <p:extLst>
      <p:ext uri="{BB962C8B-B14F-4D97-AF65-F5344CB8AC3E}">
        <p14:creationId xmlns:p14="http://schemas.microsoft.com/office/powerpoint/2010/main" val="131012737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EE74C1-9E1A-46A4-9261-8F389FEAB7F4}"/>
              </a:ext>
            </a:extLst>
          </p:cNvPr>
          <p:cNvSpPr/>
          <p:nvPr userDrawn="1"/>
        </p:nvSpPr>
        <p:spPr>
          <a:xfrm>
            <a:off x="5727700" y="0"/>
            <a:ext cx="64643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F6D2B1F-21AB-FC4C-ADF6-BC4463A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9972"/>
            <a:ext cx="4767262" cy="1342045"/>
          </a:xfrm>
        </p:spPr>
        <p:txBody>
          <a:bodyPr lIns="0" anchor="b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372009-C299-3A49-80B3-22EAC7016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635242"/>
            <a:ext cx="4767262" cy="34832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400" spc="0">
                <a:solidFill>
                  <a:schemeClr val="tx2"/>
                </a:solidFill>
                <a:latin typeface="+mn-lt"/>
              </a:defRPr>
            </a:lvl1pPr>
            <a:lvl2pPr marL="457200" indent="0">
              <a:lnSpc>
                <a:spcPct val="100000"/>
              </a:lnSpc>
              <a:buNone/>
              <a:defRPr sz="1100" spc="0">
                <a:solidFill>
                  <a:schemeClr val="tx2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050" spc="0">
                <a:solidFill>
                  <a:schemeClr val="tx2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BC005EA5-AC3E-B248-B6E7-9CA2F3092A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2247679"/>
            <a:ext cx="4767262" cy="321901"/>
          </a:xfrm>
        </p:spPr>
        <p:txBody>
          <a:bodyPr lIns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  <a:latin typeface="+mj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3" name="Chart Placeholder 2" title="Decorative">
            <a:extLst>
              <a:ext uri="{FF2B5EF4-FFF2-40B4-BE49-F238E27FC236}">
                <a16:creationId xmlns:a16="http://schemas.microsoft.com/office/drawing/2014/main" id="{D352E4A8-F531-4E6C-BD45-CE540EDB1D4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937569" y="839972"/>
            <a:ext cx="5620473" cy="52782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1476893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EE74C1-9E1A-46A4-9261-8F389FEAB7F4}"/>
              </a:ext>
            </a:extLst>
          </p:cNvPr>
          <p:cNvSpPr/>
          <p:nvPr userDrawn="1"/>
        </p:nvSpPr>
        <p:spPr>
          <a:xfrm>
            <a:off x="5727700" y="0"/>
            <a:ext cx="6464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F6D2B1F-21AB-FC4C-ADF6-BC4463A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9972"/>
            <a:ext cx="4767262" cy="1342045"/>
          </a:xfrm>
        </p:spPr>
        <p:txBody>
          <a:bodyPr lIns="0" anchor="b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372009-C299-3A49-80B3-22EAC7016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635242"/>
            <a:ext cx="4767262" cy="34832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400" spc="0">
                <a:solidFill>
                  <a:schemeClr val="tx2"/>
                </a:solidFill>
                <a:latin typeface="+mn-lt"/>
              </a:defRPr>
            </a:lvl1pPr>
            <a:lvl2pPr marL="457200" indent="0">
              <a:lnSpc>
                <a:spcPct val="100000"/>
              </a:lnSpc>
              <a:buNone/>
              <a:defRPr sz="1100" spc="0">
                <a:solidFill>
                  <a:schemeClr val="tx2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050" spc="0">
                <a:solidFill>
                  <a:schemeClr val="tx2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BC005EA5-AC3E-B248-B6E7-9CA2F3092A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2247679"/>
            <a:ext cx="4767262" cy="321901"/>
          </a:xfrm>
        </p:spPr>
        <p:txBody>
          <a:bodyPr lIns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  <a:latin typeface="+mj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3" name="Chart Placeholder 2" title="Decorative">
            <a:extLst>
              <a:ext uri="{FF2B5EF4-FFF2-40B4-BE49-F238E27FC236}">
                <a16:creationId xmlns:a16="http://schemas.microsoft.com/office/drawing/2014/main" id="{D352E4A8-F531-4E6C-BD45-CE540EDB1D4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937569" y="839972"/>
            <a:ext cx="5620473" cy="52782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1542580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F6D2B1F-21AB-FC4C-ADF6-BC4463A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180" y="687572"/>
            <a:ext cx="4767262" cy="1342045"/>
          </a:xfrm>
        </p:spPr>
        <p:txBody>
          <a:bodyPr lIns="0" anchor="b">
            <a:normAutofit/>
          </a:bodyPr>
          <a:lstStyle>
            <a:lvl1pPr algn="r">
              <a:defRPr sz="4000"/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372009-C299-3A49-80B3-22EAC7016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15420" y="687573"/>
            <a:ext cx="5370740" cy="1342044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400" spc="0">
                <a:solidFill>
                  <a:schemeClr val="tx2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100" spc="0">
                <a:solidFill>
                  <a:schemeClr val="tx2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050" spc="0">
                <a:solidFill>
                  <a:schemeClr val="tx2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Chart Placeholder 2" title="Decorative">
            <a:extLst>
              <a:ext uri="{FF2B5EF4-FFF2-40B4-BE49-F238E27FC236}">
                <a16:creationId xmlns:a16="http://schemas.microsoft.com/office/drawing/2014/main" id="{D352E4A8-F531-4E6C-BD45-CE540EDB1D4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392680"/>
            <a:ext cx="10719842" cy="4167505"/>
          </a:xfrm>
        </p:spPr>
        <p:txBody>
          <a:bodyPr/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456074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F6D2B1F-21AB-FC4C-ADF6-BC4463A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180" y="687572"/>
            <a:ext cx="4767262" cy="1342045"/>
          </a:xfrm>
        </p:spPr>
        <p:txBody>
          <a:bodyPr lIns="0" anchor="b">
            <a:normAutofit/>
          </a:bodyPr>
          <a:lstStyle>
            <a:lvl1pPr algn="r">
              <a:defRPr sz="4000"/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372009-C299-3A49-80B3-22EAC7016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15420" y="687573"/>
            <a:ext cx="5370740" cy="1342044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400" spc="0">
                <a:solidFill>
                  <a:schemeClr val="tx2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100" spc="0">
                <a:solidFill>
                  <a:schemeClr val="tx2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050" spc="0">
                <a:solidFill>
                  <a:schemeClr val="tx2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Chart Placeholder 2" title="Decorative">
            <a:extLst>
              <a:ext uri="{FF2B5EF4-FFF2-40B4-BE49-F238E27FC236}">
                <a16:creationId xmlns:a16="http://schemas.microsoft.com/office/drawing/2014/main" id="{D352E4A8-F531-4E6C-BD45-CE540EDB1D4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815420" y="2392680"/>
            <a:ext cx="5742622" cy="4023995"/>
          </a:xfrm>
        </p:spPr>
        <p:txBody>
          <a:bodyPr/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4" name="Picture Placeholder 3" title="Decorative">
            <a:extLst>
              <a:ext uri="{FF2B5EF4-FFF2-40B4-BE49-F238E27FC236}">
                <a16:creationId xmlns:a16="http://schemas.microsoft.com/office/drawing/2014/main" id="{C9E9201F-1E54-4CE0-974D-2A45F04F48B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0" y="2392045"/>
            <a:ext cx="4776788" cy="4023995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9851455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74535-13A9-914D-A6BC-97AFF2883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289560"/>
            <a:ext cx="10896600" cy="89321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43A40995-514F-A74C-B120-F2ADB49206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" y="1097363"/>
            <a:ext cx="10896600" cy="6028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spc="300">
                <a:solidFill>
                  <a:schemeClr val="tx2"/>
                </a:solidFill>
                <a:latin typeface="+mj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4" name="Table Placeholder 3" title="Decorative">
            <a:extLst>
              <a:ext uri="{FF2B5EF4-FFF2-40B4-BE49-F238E27FC236}">
                <a16:creationId xmlns:a16="http://schemas.microsoft.com/office/drawing/2014/main" id="{EC1740A4-BBA1-4296-9738-ADD3B80B2439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47700" y="1806575"/>
            <a:ext cx="10896600" cy="457835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82984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697232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 title="Decorative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3659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Picture Placeholder 6" title="Decorative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Picture Placeholder 6" title="Decorative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31D0563-B39F-46E6-AC0D-1CDBD9E898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160" y="450030"/>
            <a:ext cx="2578099" cy="2508588"/>
          </a:xfrm>
        </p:spPr>
        <p:txBody>
          <a:bodyPr lIns="0" anchor="b">
            <a:normAutofit/>
          </a:bodyPr>
          <a:lstStyle>
            <a:lvl1pPr algn="l">
              <a:defRPr sz="4000"/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0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612562" y="1959892"/>
            <a:ext cx="0" cy="2188805"/>
          </a:xfrm>
          <a:prstGeom prst="line">
            <a:avLst/>
          </a:prstGeom>
          <a:ln w="76200">
            <a:solidFill>
              <a:schemeClr val="accent4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</p:spTree>
    <p:extLst>
      <p:ext uri="{BB962C8B-B14F-4D97-AF65-F5344CB8AC3E}">
        <p14:creationId xmlns:p14="http://schemas.microsoft.com/office/powerpoint/2010/main" val="125293779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 title="Decorative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15" y="1497808"/>
            <a:ext cx="3129335" cy="536019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Picture Placeholder 6" title="Decorative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66714" y="-20671"/>
            <a:ext cx="3129336" cy="53970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31D0563-B39F-46E6-AC0D-1CDBD9E898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61446" y="2718684"/>
            <a:ext cx="3415560" cy="2508588"/>
          </a:xfrm>
        </p:spPr>
        <p:txBody>
          <a:bodyPr lIns="0" anchor="b">
            <a:normAutofit/>
          </a:bodyPr>
          <a:lstStyle>
            <a:lvl1pPr algn="l">
              <a:defRPr sz="4000"/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0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8555848" y="4281994"/>
            <a:ext cx="0" cy="2188805"/>
          </a:xfrm>
          <a:prstGeom prst="line">
            <a:avLst/>
          </a:prstGeom>
          <a:ln w="76200">
            <a:solidFill>
              <a:schemeClr val="accent4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</p:spTree>
    <p:extLst>
      <p:ext uri="{BB962C8B-B14F-4D97-AF65-F5344CB8AC3E}">
        <p14:creationId xmlns:p14="http://schemas.microsoft.com/office/powerpoint/2010/main" val="109676180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 title="Decorative">
            <a:extLst>
              <a:ext uri="{FF2B5EF4-FFF2-40B4-BE49-F238E27FC236}">
                <a16:creationId xmlns:a16="http://schemas.microsoft.com/office/drawing/2014/main" id="{AC817481-FC70-46B9-B779-4E5C04778C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2725" y="1260389"/>
            <a:ext cx="2816352" cy="317381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4" title="Decorative">
            <a:extLst>
              <a:ext uri="{FF2B5EF4-FFF2-40B4-BE49-F238E27FC236}">
                <a16:creationId xmlns:a16="http://schemas.microsoft.com/office/drawing/2014/main" id="{D653D0B5-B695-4544-91E9-B8223EA713F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94701" y="0"/>
            <a:ext cx="2817564" cy="317568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 title="Decorative">
            <a:extLst>
              <a:ext uri="{FF2B5EF4-FFF2-40B4-BE49-F238E27FC236}">
                <a16:creationId xmlns:a16="http://schemas.microsoft.com/office/drawing/2014/main" id="{00DB6AEA-811C-4554-97AF-7D4F2639BD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13361" y="4586414"/>
            <a:ext cx="5798904" cy="2271585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 title="Decorative">
            <a:extLst>
              <a:ext uri="{FF2B5EF4-FFF2-40B4-BE49-F238E27FC236}">
                <a16:creationId xmlns:a16="http://schemas.microsoft.com/office/drawing/2014/main" id="{75694821-2A94-40B8-8AAD-3E3762AFD3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79737" y="4586414"/>
            <a:ext cx="2817564" cy="2271585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 title="Decorative">
            <a:extLst>
              <a:ext uri="{FF2B5EF4-FFF2-40B4-BE49-F238E27FC236}">
                <a16:creationId xmlns:a16="http://schemas.microsoft.com/office/drawing/2014/main" id="{D653D0B5-B695-4544-91E9-B8223EA713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7889" y="2030436"/>
            <a:ext cx="2817564" cy="240376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 title="Decorative">
            <a:extLst>
              <a:ext uri="{FF2B5EF4-FFF2-40B4-BE49-F238E27FC236}">
                <a16:creationId xmlns:a16="http://schemas.microsoft.com/office/drawing/2014/main" id="{D653D0B5-B695-4544-91E9-B8223EA713F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61076" y="0"/>
            <a:ext cx="2817564" cy="4434205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title="Decorative"/>
          <p:cNvSpPr/>
          <p:nvPr userDrawn="1"/>
        </p:nvSpPr>
        <p:spPr>
          <a:xfrm>
            <a:off x="213361" y="0"/>
            <a:ext cx="2815716" cy="10997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 title="Decorative"/>
          <p:cNvSpPr/>
          <p:nvPr userDrawn="1"/>
        </p:nvSpPr>
        <p:spPr>
          <a:xfrm>
            <a:off x="3196549" y="3334454"/>
            <a:ext cx="2815716" cy="109975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 title="Decorative"/>
          <p:cNvSpPr/>
          <p:nvPr userDrawn="1"/>
        </p:nvSpPr>
        <p:spPr>
          <a:xfrm>
            <a:off x="6179737" y="0"/>
            <a:ext cx="2815716" cy="18782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 title="Decorative"/>
          <p:cNvSpPr/>
          <p:nvPr userDrawn="1"/>
        </p:nvSpPr>
        <p:spPr>
          <a:xfrm>
            <a:off x="9162924" y="4598770"/>
            <a:ext cx="2815716" cy="22592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277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0FA98-2EE8-734A-95BB-A4637DCAD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5A45B-F495-F641-AA7A-36292C3CC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27B26-65C5-5A4B-AAEC-70B3B5201C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737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736" r:id="rId2"/>
    <p:sldLayoutId id="2147483689" r:id="rId3"/>
    <p:sldLayoutId id="2147483735" r:id="rId4"/>
    <p:sldLayoutId id="2147483684" r:id="rId5"/>
    <p:sldLayoutId id="2147483752" r:id="rId6"/>
    <p:sldLayoutId id="2147483737" r:id="rId7"/>
    <p:sldLayoutId id="2147483651" r:id="rId8"/>
    <p:sldLayoutId id="2147483738" r:id="rId9"/>
    <p:sldLayoutId id="2147483685" r:id="rId10"/>
    <p:sldLayoutId id="2147483674" r:id="rId11"/>
    <p:sldLayoutId id="2147483690" r:id="rId12"/>
    <p:sldLayoutId id="2147483694" r:id="rId13"/>
    <p:sldLayoutId id="2147483748" r:id="rId14"/>
    <p:sldLayoutId id="2147483693" r:id="rId15"/>
    <p:sldLayoutId id="2147483686" r:id="rId16"/>
    <p:sldLayoutId id="2147483703" r:id="rId17"/>
    <p:sldLayoutId id="2147483709" r:id="rId18"/>
    <p:sldLayoutId id="2147483710" r:id="rId19"/>
    <p:sldLayoutId id="2147483711" r:id="rId20"/>
    <p:sldLayoutId id="2147483712" r:id="rId21"/>
    <p:sldLayoutId id="2147483749" r:id="rId22"/>
    <p:sldLayoutId id="2147483751" r:id="rId23"/>
    <p:sldLayoutId id="2147483704" r:id="rId24"/>
    <p:sldLayoutId id="2147483702" r:id="rId25"/>
    <p:sldLayoutId id="2147483713" r:id="rId26"/>
    <p:sldLayoutId id="2147483714" r:id="rId27"/>
    <p:sldLayoutId id="2147483715" r:id="rId28"/>
    <p:sldLayoutId id="2147483695" r:id="rId29"/>
    <p:sldLayoutId id="2147483730" r:id="rId30"/>
    <p:sldLayoutId id="2147483698" r:id="rId31"/>
    <p:sldLayoutId id="2147483731" r:id="rId32"/>
    <p:sldLayoutId id="2147483699" r:id="rId33"/>
    <p:sldLayoutId id="2147483732" r:id="rId34"/>
    <p:sldLayoutId id="2147483739" r:id="rId35"/>
    <p:sldLayoutId id="2147483740" r:id="rId36"/>
    <p:sldLayoutId id="2147483700" r:id="rId37"/>
    <p:sldLayoutId id="2147483741" r:id="rId38"/>
    <p:sldLayoutId id="2147483742" r:id="rId39"/>
    <p:sldLayoutId id="2147483696" r:id="rId40"/>
    <p:sldLayoutId id="2147483743" r:id="rId41"/>
    <p:sldLayoutId id="2147483744" r:id="rId42"/>
    <p:sldLayoutId id="2147483745" r:id="rId43"/>
    <p:sldLayoutId id="2147483705" r:id="rId44"/>
    <p:sldLayoutId id="2147483746" r:id="rId45"/>
    <p:sldLayoutId id="2147483687" r:id="rId46"/>
    <p:sldLayoutId id="2147483719" r:id="rId47"/>
    <p:sldLayoutId id="2147483720" r:id="rId48"/>
    <p:sldLayoutId id="2147483718" r:id="rId49"/>
    <p:sldLayoutId id="2147483721" r:id="rId50"/>
    <p:sldLayoutId id="2147483716" r:id="rId51"/>
    <p:sldLayoutId id="2147483722" r:id="rId52"/>
    <p:sldLayoutId id="2147483723" r:id="rId53"/>
    <p:sldLayoutId id="2147483753" r:id="rId54"/>
    <p:sldLayoutId id="2147483754" r:id="rId55"/>
    <p:sldLayoutId id="2147483755" r:id="rId56"/>
    <p:sldLayoutId id="2147483756" r:id="rId57"/>
    <p:sldLayoutId id="2147483725" r:id="rId58"/>
    <p:sldLayoutId id="2147483726" r:id="rId59"/>
    <p:sldLayoutId id="2147483675" r:id="rId60"/>
    <p:sldLayoutId id="2147483677" r:id="rId61"/>
    <p:sldLayoutId id="2147483729" r:id="rId62"/>
    <p:sldLayoutId id="2147483747" r:id="rId63"/>
    <p:sldLayoutId id="2147483728" r:id="rId6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-150">
          <a:solidFill>
            <a:schemeClr val="tx2"/>
          </a:solidFill>
          <a:latin typeface="+mj-lt"/>
          <a:ea typeface="+mj-ea"/>
          <a:cs typeface="Gill Sans" panose="020B0502020104020203" pitchFamily="34" charset="-79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 userDrawn="1">
          <p15:clr>
            <a:srgbClr val="F26B43"/>
          </p15:clr>
        </p15:guide>
        <p15:guide id="2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mybloglifeshighway.blogspot.com/2013/07/once-prized-now-past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microsoft.com/office/2007/relationships/hdphoto" Target="../media/hdphoto2.wdp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@squadcast/on-call-rotation-a-complete-guide-to-best-practices-997b0da54499" TargetMode="External"/><Relationship Id="rId3" Type="http://schemas.openxmlformats.org/officeDocument/2006/relationships/hyperlink" Target="https://devops.com/on-call-rotation-best-practices-reducing-burnout-and-improving-response/" TargetMode="External"/><Relationship Id="rId7" Type="http://schemas.openxmlformats.org/officeDocument/2006/relationships/hyperlink" Target="https://www.atlassian.com/incident-management/on-call/improving-on-call#developing-a-friendly-on-call-cultur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6" Type="http://schemas.openxmlformats.org/officeDocument/2006/relationships/hyperlink" Target="https://www.onpage.com/devops-roles-and-responsibilities/" TargetMode="External"/><Relationship Id="rId5" Type="http://schemas.openxmlformats.org/officeDocument/2006/relationships/hyperlink" Target="https://www.pagerduty.com/resources/incident-management-response/learn/call-rotations-schedules/" TargetMode="External"/><Relationship Id="rId4" Type="http://schemas.openxmlformats.org/officeDocument/2006/relationships/hyperlink" Target="https://sre.google/workbook/on-call/" TargetMode="External"/><Relationship Id="rId9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using a cell phone&#10;&#10;Description automatically generated with medium confidence">
            <a:extLst>
              <a:ext uri="{FF2B5EF4-FFF2-40B4-BE49-F238E27FC236}">
                <a16:creationId xmlns:a16="http://schemas.microsoft.com/office/drawing/2014/main" id="{59A5D366-BDCD-4761-A29B-21881A691F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313" b="13936"/>
          <a:stretch/>
        </p:blipFill>
        <p:spPr>
          <a:xfrm>
            <a:off x="20" y="4288"/>
            <a:ext cx="12191980" cy="4618512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823991-6F5F-45D3-883F-8179BE103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37721"/>
            <a:ext cx="9575801" cy="89125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algn="ctr"/>
            <a:r>
              <a:rPr lang="en-US" sz="4400" dirty="0">
                <a:latin typeface="Aptos Slab Black" panose="020B0004020202020204" pitchFamily="34" charset="0"/>
              </a:rPr>
              <a:t>Pager Rotation Duties in DevOps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5E40E-3256-4272-A29D-F2438D5C13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6125744"/>
            <a:ext cx="9575800" cy="338549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By: Justin Morrow | CSD 380: Module 7.2 | 07/09/2026</a:t>
            </a:r>
          </a:p>
        </p:txBody>
      </p:sp>
    </p:spTree>
    <p:extLst>
      <p:ext uri="{BB962C8B-B14F-4D97-AF65-F5344CB8AC3E}">
        <p14:creationId xmlns:p14="http://schemas.microsoft.com/office/powerpoint/2010/main" val="79592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ADE35233-6DEE-4B97-AFFB-06DE78443B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Production systems require 24/7 support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187271B6-523F-4DCD-A006-84BF4C0C78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Rapid incident response minimizes costly downtime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F23411C8-1DB7-46A1-A6DC-41EACD30E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Active pager rotation improves overall service reliability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7B21F6A-5FD9-417C-9575-4DBC3185FD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Incidents provide critical operational feedback for continuous development</a:t>
            </a:r>
          </a:p>
        </p:txBody>
      </p:sp>
      <p:pic>
        <p:nvPicPr>
          <p:cNvPr id="12" name="Picture Placeholder 11" title="Decorative"/>
          <p:cNvPicPr>
            <a:picLocks noGrp="1" noChangeAspect="1"/>
          </p:cNvPicPr>
          <p:nvPr>
            <p:ph type="pic" sz="quarter" idx="1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8634413" y="812800"/>
            <a:ext cx="3557587" cy="523240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5F390-1104-BC4B-0FBB-48BD7DAA14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9106" y="812801"/>
            <a:ext cx="8060413" cy="1063624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latin typeface="Aptos Slab Black" panose="020B0004020202020204" pitchFamily="34" charset="0"/>
              </a:rPr>
              <a:t>Why do we need a Pager Rotation?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23ABB-E105-A511-E124-A807F56B0C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5250" y="2911950"/>
            <a:ext cx="3048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115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43322-A84F-075B-C22B-85E3E18A6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56792B-4686-9C88-8402-EA0C43B00FB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Step 1</a:t>
            </a:r>
          </a:p>
          <a:p>
            <a:r>
              <a:rPr lang="en-US" dirty="0">
                <a:latin typeface="Aptos" panose="020B0004020202020204" pitchFamily="34" charset="0"/>
              </a:rPr>
              <a:t>Alert Triggered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129906D-0B9F-372E-5D8E-AD12177E283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Step 2</a:t>
            </a:r>
          </a:p>
          <a:p>
            <a:r>
              <a:rPr lang="en-US" dirty="0">
                <a:latin typeface="Aptos" panose="020B0004020202020204" pitchFamily="34" charset="0"/>
              </a:rPr>
              <a:t>Primary on-call paged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40656FA-300A-4BA2-AA4D-9A8AC9BB22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92500"/>
          </a:bodyPr>
          <a:lstStyle/>
          <a:p>
            <a:r>
              <a:rPr lang="en-US" b="1" dirty="0">
                <a:latin typeface="Aptos" panose="020B0004020202020204" pitchFamily="34" charset="0"/>
              </a:rPr>
              <a:t>Step 3</a:t>
            </a:r>
          </a:p>
          <a:p>
            <a:r>
              <a:rPr lang="en-US" dirty="0">
                <a:latin typeface="Aptos" panose="020B0004020202020204" pitchFamily="34" charset="0"/>
              </a:rPr>
              <a:t>No response in timely manor, backup on-call is paged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CED2311-2475-E024-3F89-AC4660CD63D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Step 4:</a:t>
            </a:r>
          </a:p>
          <a:p>
            <a:r>
              <a:rPr lang="en-US" dirty="0">
                <a:latin typeface="Aptos" panose="020B0004020202020204" pitchFamily="34" charset="0"/>
              </a:rPr>
              <a:t>Incident Resolved/Restored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E55542C-26DB-F5E1-CA6C-AE4C4077E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Slab Black" panose="020B0004020202020204" pitchFamily="34" charset="0"/>
              </a:rPr>
              <a:t>How the Pager Rotation Works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A71C1D6B-B5F9-B9C2-F0E9-F65997B875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Automated Incident Escalation Workflows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322EEE-21F9-45E5-DE9E-6BD1FF3F2F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800" dirty="0">
                <a:latin typeface="Aptos" panose="020B0004020202020204" pitchFamily="34" charset="0"/>
              </a:rPr>
              <a:t>There will be a scheduled primary and secondary on-call. Developers will share the on-call duties with the Operations teams. The escalation procedures will be clearly defined and, in most cases, automated.</a:t>
            </a:r>
          </a:p>
        </p:txBody>
      </p:sp>
      <p:pic>
        <p:nvPicPr>
          <p:cNvPr id="40" name="Picture Placeholder 39" descr="Male profile with solid fill">
            <a:extLst>
              <a:ext uri="{FF2B5EF4-FFF2-40B4-BE49-F238E27FC236}">
                <a16:creationId xmlns:a16="http://schemas.microsoft.com/office/drawing/2014/main" id="{9F67F617-F1C6-588E-3C84-BD0B26AE88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pic>
        <p:nvPicPr>
          <p:cNvPr id="41" name="Picture Placeholder 40" descr="Server with solid fill">
            <a:extLst>
              <a:ext uri="{FF2B5EF4-FFF2-40B4-BE49-F238E27FC236}">
                <a16:creationId xmlns:a16="http://schemas.microsoft.com/office/drawing/2014/main" id="{B7AE5140-72D8-26E4-9E02-0A52A0CE9B0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prstGeom prst="rect">
            <a:avLst/>
          </a:prstGeom>
        </p:spPr>
      </p:pic>
      <p:pic>
        <p:nvPicPr>
          <p:cNvPr id="42" name="Picture Placeholder 41" title="Decorative">
            <a:extLst>
              <a:ext uri="{FF2B5EF4-FFF2-40B4-BE49-F238E27FC236}">
                <a16:creationId xmlns:a16="http://schemas.microsoft.com/office/drawing/2014/main" id="{FE5306A1-DC74-CEBA-45F6-5B90D6EF713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21524" t="-8482" r="-20795" b="-8139"/>
          <a:stretch/>
        </p:blipFill>
        <p:spPr>
          <a:prstGeom prst="rect">
            <a:avLst/>
          </a:prstGeom>
        </p:spPr>
      </p:pic>
      <p:pic>
        <p:nvPicPr>
          <p:cNvPr id="43" name="Picture Placeholder 42" title="Decorative">
            <a:extLst>
              <a:ext uri="{FF2B5EF4-FFF2-40B4-BE49-F238E27FC236}">
                <a16:creationId xmlns:a16="http://schemas.microsoft.com/office/drawing/2014/main" id="{9CB2F42C-9A52-B3B2-3F13-7E54649F9B28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6" cstate="email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8214" t="-9857" r="-9487" b="-7844"/>
          <a:stretch/>
        </p:blipFill>
        <p:spPr>
          <a:prstGeom prst="rect">
            <a:avLst/>
          </a:prstGeom>
        </p:spPr>
      </p:pic>
      <p:pic>
        <p:nvPicPr>
          <p:cNvPr id="2" name="Picture Placeholder 40" descr="Server with solid fill">
            <a:extLst>
              <a:ext uri="{FF2B5EF4-FFF2-40B4-BE49-F238E27FC236}">
                <a16:creationId xmlns:a16="http://schemas.microsoft.com/office/drawing/2014/main" id="{F6EAF187-4564-B12C-7D30-5203E00BBC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749915" y="4879542"/>
            <a:ext cx="885235" cy="88523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</p:pic>
      <p:pic>
        <p:nvPicPr>
          <p:cNvPr id="3" name="Picture Placeholder 41" title="Decorative">
            <a:extLst>
              <a:ext uri="{FF2B5EF4-FFF2-40B4-BE49-F238E27FC236}">
                <a16:creationId xmlns:a16="http://schemas.microsoft.com/office/drawing/2014/main" id="{D16C5787-4025-5CBB-50FA-BA044AA24FF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21524" t="-8482" r="-20795" b="-8139"/>
          <a:stretch/>
        </p:blipFill>
        <p:spPr>
          <a:xfrm>
            <a:off x="6755265" y="992827"/>
            <a:ext cx="885235" cy="88523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</p:pic>
      <p:pic>
        <p:nvPicPr>
          <p:cNvPr id="4" name="Picture Placeholder 42" title="Decorative">
            <a:extLst>
              <a:ext uri="{FF2B5EF4-FFF2-40B4-BE49-F238E27FC236}">
                <a16:creationId xmlns:a16="http://schemas.microsoft.com/office/drawing/2014/main" id="{E773FCF3-0249-B8A0-061D-1E694E52EE0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8214" t="-9857" r="-9487" b="-7844"/>
          <a:stretch/>
        </p:blipFill>
        <p:spPr>
          <a:xfrm>
            <a:off x="6749916" y="3580864"/>
            <a:ext cx="885235" cy="88523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</p:pic>
      <p:pic>
        <p:nvPicPr>
          <p:cNvPr id="6" name="Picture Placeholder 39" descr="Male profile with solid fill">
            <a:extLst>
              <a:ext uri="{FF2B5EF4-FFF2-40B4-BE49-F238E27FC236}">
                <a16:creationId xmlns:a16="http://schemas.microsoft.com/office/drawing/2014/main" id="{AE159024-E35D-4BAD-86C0-8ACED01594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749917" y="2282186"/>
            <a:ext cx="885235" cy="88523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</p:pic>
    </p:spTree>
    <p:extLst>
      <p:ext uri="{BB962C8B-B14F-4D97-AF65-F5344CB8AC3E}">
        <p14:creationId xmlns:p14="http://schemas.microsoft.com/office/powerpoint/2010/main" val="1049854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title="Decorative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3" r="53"/>
          <a:stretch/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4A0257C-3D98-4E46-86D3-1B752C837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57202"/>
            <a:ext cx="3962400" cy="252813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ptos Slab Black" panose="020B0004020202020204" pitchFamily="34" charset="0"/>
              </a:rPr>
              <a:t>Pager Rotation Process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266699" y="3737092"/>
            <a:ext cx="4238625" cy="275895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Implement Fair Rotations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Schedules should be equal and predictable to support a healthy work-life balance. (Atlassian)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Runbooks and Ownership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Maintain a clear system ownership boundary and keep detailed incident runbooks (Atlassian/DevOps/Medium)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Automation and Incident Reviews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Prioritize automated remediation (Google SRE)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Conduct blameless postmortems (Atlassian)</a:t>
            </a:r>
          </a:p>
        </p:txBody>
      </p:sp>
      <p:grpSp>
        <p:nvGrpSpPr>
          <p:cNvPr id="19" name="Google Shape;191;p18">
            <a:extLst>
              <a:ext uri="{FF2B5EF4-FFF2-40B4-BE49-F238E27FC236}">
                <a16:creationId xmlns:a16="http://schemas.microsoft.com/office/drawing/2014/main" id="{416821CE-7CBD-FEF8-72C5-DC63EDEB8E5B}"/>
              </a:ext>
            </a:extLst>
          </p:cNvPr>
          <p:cNvGrpSpPr/>
          <p:nvPr/>
        </p:nvGrpSpPr>
        <p:grpSpPr>
          <a:xfrm>
            <a:off x="5064956" y="215393"/>
            <a:ext cx="6807708" cy="2905125"/>
            <a:chOff x="762000" y="1428750"/>
            <a:chExt cx="7620000" cy="3048000"/>
          </a:xfrm>
        </p:grpSpPr>
        <p:sp>
          <p:nvSpPr>
            <p:cNvPr id="20" name="Google Shape;192;p18">
              <a:extLst>
                <a:ext uri="{FF2B5EF4-FFF2-40B4-BE49-F238E27FC236}">
                  <a16:creationId xmlns:a16="http://schemas.microsoft.com/office/drawing/2014/main" id="{9D01AAA2-8EC6-9E3A-E1C8-2BF08D7EC55A}"/>
                </a:ext>
              </a:extLst>
            </p:cNvPr>
            <p:cNvSpPr/>
            <p:nvPr/>
          </p:nvSpPr>
          <p:spPr>
            <a:xfrm>
              <a:off x="762000" y="1428750"/>
              <a:ext cx="3619500" cy="3048000"/>
            </a:xfrm>
            <a:prstGeom prst="roundRect">
              <a:avLst>
                <a:gd name="adj" fmla="val 2500"/>
              </a:avLst>
            </a:prstGeom>
            <a:solidFill>
              <a:srgbClr val="FFF5F5"/>
            </a:solidFill>
            <a:ln w="19050" cap="flat" cmpd="sng">
              <a:solidFill>
                <a:srgbClr val="954F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93;p18">
              <a:extLst>
                <a:ext uri="{FF2B5EF4-FFF2-40B4-BE49-F238E27FC236}">
                  <a16:creationId xmlns:a16="http://schemas.microsoft.com/office/drawing/2014/main" id="{E68945B4-38C1-DAFF-9DDA-079B3D8716ED}"/>
                </a:ext>
              </a:extLst>
            </p:cNvPr>
            <p:cNvSpPr/>
            <p:nvPr/>
          </p:nvSpPr>
          <p:spPr>
            <a:xfrm>
              <a:off x="762000" y="1428750"/>
              <a:ext cx="3619500" cy="476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9200"/>
                  </a:moveTo>
                  <a:cubicBezTo>
                    <a:pt x="0" y="8596"/>
                    <a:pt x="1131" y="0"/>
                    <a:pt x="2526" y="0"/>
                  </a:cubicBezTo>
                  <a:lnTo>
                    <a:pt x="117474" y="0"/>
                  </a:lnTo>
                  <a:cubicBezTo>
                    <a:pt x="118869" y="1"/>
                    <a:pt x="120000" y="8597"/>
                    <a:pt x="120000" y="192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954F72"/>
            </a:solidFill>
            <a:ln>
              <a:solidFill>
                <a:srgbClr val="954F72"/>
              </a:solidFill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195;p18">
              <a:extLst>
                <a:ext uri="{FF2B5EF4-FFF2-40B4-BE49-F238E27FC236}">
                  <a16:creationId xmlns:a16="http://schemas.microsoft.com/office/drawing/2014/main" id="{843FAAD3-BE74-559E-DD5E-D1DABAB72D5F}"/>
                </a:ext>
              </a:extLst>
            </p:cNvPr>
            <p:cNvSpPr txBox="1"/>
            <p:nvPr/>
          </p:nvSpPr>
          <p:spPr>
            <a:xfrm>
              <a:off x="1285875" y="1533525"/>
              <a:ext cx="2809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rgbClr val="FFFFFF"/>
                  </a:solidFill>
                  <a:latin typeface="Aptos" panose="020B0004020202020204" pitchFamily="34" charset="0"/>
                  <a:ea typeface="Inter"/>
                  <a:cs typeface="Inter"/>
                  <a:sym typeface="Inter"/>
                </a:rPr>
                <a:t>Noisy Alerts (Bad)</a:t>
              </a:r>
              <a:endParaRPr sz="1200" b="1" dirty="0">
                <a:solidFill>
                  <a:srgbClr val="FFFFFF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endParaRPr>
            </a:p>
          </p:txBody>
        </p:sp>
        <p:sp>
          <p:nvSpPr>
            <p:cNvPr id="24" name="Google Shape;196;p18">
              <a:extLst>
                <a:ext uri="{FF2B5EF4-FFF2-40B4-BE49-F238E27FC236}">
                  <a16:creationId xmlns:a16="http://schemas.microsoft.com/office/drawing/2014/main" id="{1B4324DA-3246-335D-BD2C-79DDD6373CC8}"/>
                </a:ext>
              </a:extLst>
            </p:cNvPr>
            <p:cNvSpPr txBox="1"/>
            <p:nvPr/>
          </p:nvSpPr>
          <p:spPr>
            <a:xfrm>
              <a:off x="952500" y="2095500"/>
              <a:ext cx="32385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chemeClr val="tx2"/>
                  </a:solidFill>
                  <a:latin typeface="Aptos" panose="020B0004020202020204" pitchFamily="34" charset="0"/>
                  <a:ea typeface="Inter"/>
                  <a:cs typeface="Inter"/>
                  <a:sym typeface="Inter"/>
                </a:rPr>
                <a:t>Alert Behavior</a:t>
              </a:r>
              <a:endParaRPr sz="1200" b="1" dirty="0">
                <a:solidFill>
                  <a:schemeClr val="tx2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tx2"/>
                  </a:solidFill>
                  <a:latin typeface="Aptos" panose="020B0004020202020204" pitchFamily="34" charset="0"/>
                  <a:ea typeface="Inter"/>
                  <a:cs typeface="Inter"/>
                  <a:sym typeface="Inter"/>
                </a:rPr>
                <a:t>Non-actionable and noisy alerts that trigger too often and wake people up for non-critical errors.</a:t>
              </a:r>
              <a:endParaRPr sz="1200" dirty="0">
                <a:solidFill>
                  <a:schemeClr val="tx2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chemeClr val="tx2"/>
                  </a:solidFill>
                  <a:latin typeface="Aptos" panose="020B0004020202020204" pitchFamily="34" charset="0"/>
                  <a:ea typeface="Inter"/>
                  <a:cs typeface="Inter"/>
                  <a:sym typeface="Inter"/>
                </a:rPr>
                <a:t>Operational Impact</a:t>
              </a:r>
              <a:endParaRPr sz="1200" b="1" dirty="0">
                <a:solidFill>
                  <a:schemeClr val="tx2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tx2"/>
                  </a:solidFill>
                  <a:latin typeface="Aptos" panose="020B0004020202020204" pitchFamily="34" charset="0"/>
                  <a:ea typeface="Inter"/>
                  <a:cs typeface="Inter"/>
                  <a:sym typeface="Inter"/>
                </a:rPr>
                <a:t>Leads directly to developer fatigue, missed pages, and ignored alerts.</a:t>
              </a:r>
              <a:endParaRPr sz="1200" dirty="0">
                <a:solidFill>
                  <a:schemeClr val="tx2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endParaRPr>
            </a:p>
          </p:txBody>
        </p:sp>
        <p:sp>
          <p:nvSpPr>
            <p:cNvPr id="25" name="Google Shape;197;p18">
              <a:extLst>
                <a:ext uri="{FF2B5EF4-FFF2-40B4-BE49-F238E27FC236}">
                  <a16:creationId xmlns:a16="http://schemas.microsoft.com/office/drawing/2014/main" id="{38B5E37C-9978-D7F7-C61A-FA53F5DD6181}"/>
                </a:ext>
              </a:extLst>
            </p:cNvPr>
            <p:cNvSpPr/>
            <p:nvPr/>
          </p:nvSpPr>
          <p:spPr>
            <a:xfrm>
              <a:off x="4762500" y="1428750"/>
              <a:ext cx="3619500" cy="3048000"/>
            </a:xfrm>
            <a:prstGeom prst="roundRect">
              <a:avLst>
                <a:gd name="adj" fmla="val 2500"/>
              </a:avLst>
            </a:prstGeom>
            <a:solidFill>
              <a:srgbClr val="F3FCF8"/>
            </a:solidFill>
            <a:ln w="19050" cap="flat" cmpd="sng">
              <a:solidFill>
                <a:schemeClr val="accent2">
                  <a:lumMod val="90000"/>
                  <a:lumOff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98;p18">
              <a:extLst>
                <a:ext uri="{FF2B5EF4-FFF2-40B4-BE49-F238E27FC236}">
                  <a16:creationId xmlns:a16="http://schemas.microsoft.com/office/drawing/2014/main" id="{D3E43D7E-B9EF-BF1D-C8AF-489066AE8500}"/>
                </a:ext>
              </a:extLst>
            </p:cNvPr>
            <p:cNvSpPr/>
            <p:nvPr/>
          </p:nvSpPr>
          <p:spPr>
            <a:xfrm>
              <a:off x="4762500" y="1428750"/>
              <a:ext cx="3619500" cy="476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9200"/>
                  </a:moveTo>
                  <a:cubicBezTo>
                    <a:pt x="0" y="8596"/>
                    <a:pt x="1131" y="0"/>
                    <a:pt x="2526" y="0"/>
                  </a:cubicBezTo>
                  <a:lnTo>
                    <a:pt x="117474" y="0"/>
                  </a:lnTo>
                  <a:cubicBezTo>
                    <a:pt x="118869" y="1"/>
                    <a:pt x="120000" y="8597"/>
                    <a:pt x="120000" y="192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chemeClr val="accent2">
                <a:lumMod val="90000"/>
                <a:lumOff val="10000"/>
              </a:schemeClr>
            </a:solidFill>
            <a:ln>
              <a:solidFill>
                <a:schemeClr val="accent2">
                  <a:lumMod val="90000"/>
                  <a:lumOff val="10000"/>
                </a:schemeClr>
              </a:solidFill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00;p18">
              <a:extLst>
                <a:ext uri="{FF2B5EF4-FFF2-40B4-BE49-F238E27FC236}">
                  <a16:creationId xmlns:a16="http://schemas.microsoft.com/office/drawing/2014/main" id="{21440DB0-2F49-6F65-0636-735CCA9C907D}"/>
                </a:ext>
              </a:extLst>
            </p:cNvPr>
            <p:cNvSpPr txBox="1"/>
            <p:nvPr/>
          </p:nvSpPr>
          <p:spPr>
            <a:xfrm>
              <a:off x="5286375" y="1533525"/>
              <a:ext cx="2809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rgbClr val="FFFFFF"/>
                  </a:solidFill>
                  <a:latin typeface="Aptos" panose="020B0004020202020204" pitchFamily="34" charset="0"/>
                  <a:ea typeface="Inter"/>
                  <a:cs typeface="Inter"/>
                  <a:sym typeface="Inter"/>
                </a:rPr>
                <a:t>Meaningful Alerts (Good)</a:t>
              </a:r>
              <a:endParaRPr sz="1200" b="1" dirty="0">
                <a:solidFill>
                  <a:srgbClr val="FFFFFF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endParaRPr>
            </a:p>
          </p:txBody>
        </p:sp>
        <p:sp>
          <p:nvSpPr>
            <p:cNvPr id="29" name="Google Shape;201;p18">
              <a:extLst>
                <a:ext uri="{FF2B5EF4-FFF2-40B4-BE49-F238E27FC236}">
                  <a16:creationId xmlns:a16="http://schemas.microsoft.com/office/drawing/2014/main" id="{C4345D3D-6EE8-55AD-4F42-E4E8BFA9B112}"/>
                </a:ext>
              </a:extLst>
            </p:cNvPr>
            <p:cNvSpPr txBox="1"/>
            <p:nvPr/>
          </p:nvSpPr>
          <p:spPr>
            <a:xfrm>
              <a:off x="4953000" y="2095500"/>
              <a:ext cx="32385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chemeClr val="tx2"/>
                  </a:solidFill>
                  <a:latin typeface="Aptos" panose="020B0004020202020204" pitchFamily="34" charset="0"/>
                  <a:ea typeface="Inter"/>
                  <a:cs typeface="Inter"/>
                  <a:sym typeface="Inter"/>
                </a:rPr>
                <a:t>Alert Behavior</a:t>
              </a:r>
              <a:endParaRPr sz="1200" b="1" dirty="0">
                <a:solidFill>
                  <a:schemeClr val="tx2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tx2"/>
                  </a:solidFill>
                  <a:latin typeface="Aptos" panose="020B0004020202020204" pitchFamily="34" charset="0"/>
                  <a:ea typeface="Inter"/>
                  <a:cs typeface="Inter"/>
                  <a:sym typeface="Inter"/>
                </a:rPr>
                <a:t>Highly actionable and urgent alerts that focus purely on client-facing downtime or customer impacting incidents.</a:t>
              </a:r>
              <a:endParaRPr sz="1200" dirty="0">
                <a:solidFill>
                  <a:schemeClr val="tx2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chemeClr val="tx2"/>
                  </a:solidFill>
                  <a:latin typeface="Aptos" panose="020B0004020202020204" pitchFamily="34" charset="0"/>
                  <a:ea typeface="Inter"/>
                  <a:cs typeface="Inter"/>
                  <a:sym typeface="Inter"/>
                </a:rPr>
                <a:t>Operational Impact</a:t>
              </a:r>
              <a:endParaRPr sz="1200" b="1" dirty="0">
                <a:solidFill>
                  <a:schemeClr val="tx2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tx2"/>
                  </a:solidFill>
                  <a:latin typeface="Aptos" panose="020B0004020202020204" pitchFamily="34" charset="0"/>
                  <a:ea typeface="Inter"/>
                  <a:cs typeface="Inter"/>
                  <a:sym typeface="Inter"/>
                </a:rPr>
                <a:t>Develops trust in the operational paging system for critical alerts.</a:t>
              </a:r>
              <a:endParaRPr sz="1200" dirty="0">
                <a:solidFill>
                  <a:schemeClr val="tx2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31" name="Graphic 30" descr="Exclamation mark with solid fill">
            <a:extLst>
              <a:ext uri="{FF2B5EF4-FFF2-40B4-BE49-F238E27FC236}">
                <a16:creationId xmlns:a16="http://schemas.microsoft.com/office/drawing/2014/main" id="{5EFF838B-F468-DA7A-7EFF-1E54966EE4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2600" y="297352"/>
            <a:ext cx="272499" cy="272499"/>
          </a:xfrm>
          <a:prstGeom prst="rect">
            <a:avLst/>
          </a:prstGeom>
        </p:spPr>
      </p:pic>
      <p:pic>
        <p:nvPicPr>
          <p:cNvPr id="33" name="Graphic 32" descr="Checkmark with solid fill">
            <a:extLst>
              <a:ext uri="{FF2B5EF4-FFF2-40B4-BE49-F238E27FC236}">
                <a16:creationId xmlns:a16="http://schemas.microsoft.com/office/drawing/2014/main" id="{5B6F4D0C-BB77-A214-E720-EA1D0B6A99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31542" y="304802"/>
            <a:ext cx="282953" cy="28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95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77946A2-8DCE-4047-9CAE-38128B4BAF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endParaRPr lang="en-US" sz="2400" dirty="0">
              <a:latin typeface="Aptos" panose="020B0004020202020204" pitchFamily="34" charset="0"/>
            </a:endParaRPr>
          </a:p>
          <a:p>
            <a:pPr algn="ctr"/>
            <a:endParaRPr lang="en-US" sz="2400" dirty="0">
              <a:latin typeface="Aptos" panose="020B0004020202020204" pitchFamily="34" charset="0"/>
            </a:endParaRPr>
          </a:p>
          <a:p>
            <a:pPr algn="ctr"/>
            <a:r>
              <a:rPr lang="en-US" sz="2400" dirty="0">
                <a:latin typeface="Aptos" panose="020B0004020202020204" pitchFamily="34" charset="0"/>
              </a:rPr>
              <a:t>”We found that when we woke up developers at 2 AM, defects were fixed faster than ever.” - Patrick Lightbody, SVP of Product Management at New Relic.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BE52921-898C-4569-9D8A-F1C5E0ABE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1775520"/>
            <a:ext cx="5641848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ptos Slab Black" panose="020B0004020202020204" pitchFamily="34" charset="0"/>
              </a:rPr>
              <a:t>Developers Owning Production</a:t>
            </a:r>
          </a:p>
        </p:txBody>
      </p:sp>
      <p:pic>
        <p:nvPicPr>
          <p:cNvPr id="7" name="Picture Placeholder 6" title="Decorative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9" name="Picture Placeholder 8" title="Decorative"/>
          <p:cNvPicPr>
            <a:picLocks noGrp="1" noChangeAspect="1"/>
          </p:cNvPicPr>
          <p:nvPr>
            <p:ph type="pic" sz="quarter" idx="1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9917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7EAB6E-5FFF-4923-BC7F-D2C71AD24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7743"/>
            <a:ext cx="12191999" cy="941833"/>
          </a:xfrm>
          <a:solidFill>
            <a:srgbClr val="954F72"/>
          </a:solidFill>
          <a:ln>
            <a:solidFill>
              <a:srgbClr val="954F72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4400" dirty="0">
                <a:latin typeface="Aptos Slab Black" panose="020B0004020202020204" pitchFamily="34" charset="0"/>
                <a:ea typeface="+mn-ea"/>
                <a:cs typeface="+mn-cs"/>
              </a:rPr>
              <a:t>Traditional Operations vs DevOps</a:t>
            </a:r>
          </a:p>
        </p:txBody>
      </p:sp>
      <p:grpSp>
        <p:nvGrpSpPr>
          <p:cNvPr id="6" name="Google Shape;291;p21">
            <a:extLst>
              <a:ext uri="{FF2B5EF4-FFF2-40B4-BE49-F238E27FC236}">
                <a16:creationId xmlns:a16="http://schemas.microsoft.com/office/drawing/2014/main" id="{3036F48C-5E6D-D260-0E9A-F51BD373BFC4}"/>
              </a:ext>
            </a:extLst>
          </p:cNvPr>
          <p:cNvGrpSpPr/>
          <p:nvPr/>
        </p:nvGrpSpPr>
        <p:grpSpPr>
          <a:xfrm>
            <a:off x="786384" y="1635252"/>
            <a:ext cx="10616185" cy="3238500"/>
            <a:chOff x="571500" y="1333500"/>
            <a:chExt cx="8001000" cy="3238500"/>
          </a:xfrm>
        </p:grpSpPr>
        <p:grpSp>
          <p:nvGrpSpPr>
            <p:cNvPr id="7" name="Google Shape;292;p21">
              <a:extLst>
                <a:ext uri="{FF2B5EF4-FFF2-40B4-BE49-F238E27FC236}">
                  <a16:creationId xmlns:a16="http://schemas.microsoft.com/office/drawing/2014/main" id="{5A816E2A-27D3-A5B4-9AFE-B2B037418B42}"/>
                </a:ext>
              </a:extLst>
            </p:cNvPr>
            <p:cNvGrpSpPr/>
            <p:nvPr/>
          </p:nvGrpSpPr>
          <p:grpSpPr>
            <a:xfrm>
              <a:off x="571500" y="1333500"/>
              <a:ext cx="3810000" cy="3238500"/>
              <a:chOff x="571500" y="1333500"/>
              <a:chExt cx="3810000" cy="3238500"/>
            </a:xfrm>
          </p:grpSpPr>
          <p:sp>
            <p:nvSpPr>
              <p:cNvPr id="13" name="Google Shape;293;p21">
                <a:extLst>
                  <a:ext uri="{FF2B5EF4-FFF2-40B4-BE49-F238E27FC236}">
                    <a16:creationId xmlns:a16="http://schemas.microsoft.com/office/drawing/2014/main" id="{7B7DF806-1A24-A1F4-B737-5E699F6375DD}"/>
                  </a:ext>
                </a:extLst>
              </p:cNvPr>
              <p:cNvSpPr/>
              <p:nvPr/>
            </p:nvSpPr>
            <p:spPr>
              <a:xfrm>
                <a:off x="571500" y="1333500"/>
                <a:ext cx="3810000" cy="3238500"/>
              </a:xfrm>
              <a:prstGeom prst="roundRect">
                <a:avLst>
                  <a:gd name="adj" fmla="val 2352"/>
                </a:avLst>
              </a:prstGeom>
              <a:solidFill>
                <a:srgbClr val="F4F5F7"/>
              </a:solidFill>
              <a:ln w="9525" cap="flat" cmpd="sng">
                <a:solidFill>
                  <a:srgbClr val="DFE1E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" name="Google Shape;294;p21">
                <a:extLst>
                  <a:ext uri="{FF2B5EF4-FFF2-40B4-BE49-F238E27FC236}">
                    <a16:creationId xmlns:a16="http://schemas.microsoft.com/office/drawing/2014/main" id="{51DCA063-70B5-AF18-7F11-DE225762EC9B}"/>
                  </a:ext>
                </a:extLst>
              </p:cNvPr>
              <p:cNvSpPr/>
              <p:nvPr/>
            </p:nvSpPr>
            <p:spPr>
              <a:xfrm>
                <a:off x="571500" y="1333500"/>
                <a:ext cx="3810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954F72"/>
              </a:solidFill>
              <a:ln>
                <a:solidFill>
                  <a:srgbClr val="954F72"/>
                </a:solidFill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295;p21">
                <a:extLst>
                  <a:ext uri="{FF2B5EF4-FFF2-40B4-BE49-F238E27FC236}">
                    <a16:creationId xmlns:a16="http://schemas.microsoft.com/office/drawing/2014/main" id="{CA04DEC7-D750-CFFB-3FBB-FA42C84AA5A3}"/>
                  </a:ext>
                </a:extLst>
              </p:cNvPr>
              <p:cNvSpPr txBox="1"/>
              <p:nvPr/>
            </p:nvSpPr>
            <p:spPr>
              <a:xfrm>
                <a:off x="762000" y="1428750"/>
                <a:ext cx="3429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 b="1" dirty="0">
                    <a:solidFill>
                      <a:schemeClr val="bg1"/>
                    </a:solidFill>
                    <a:latin typeface="Aptos" panose="020B0004020202020204" pitchFamily="34" charset="0"/>
                    <a:ea typeface="Inter"/>
                    <a:cs typeface="Inter"/>
                    <a:sym typeface="Inter"/>
                  </a:rPr>
                  <a:t>Traditional Operations</a:t>
                </a:r>
                <a:endParaRPr sz="1500" b="1" dirty="0">
                  <a:solidFill>
                    <a:schemeClr val="bg1"/>
                  </a:solidFill>
                  <a:latin typeface="Aptos" panose="020B0004020202020204" pitchFamily="34" charset="0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" name="Google Shape;296;p21">
                <a:extLst>
                  <a:ext uri="{FF2B5EF4-FFF2-40B4-BE49-F238E27FC236}">
                    <a16:creationId xmlns:a16="http://schemas.microsoft.com/office/drawing/2014/main" id="{EC6C9027-8002-8E1B-FA3A-A5AC8E106639}"/>
                  </a:ext>
                </a:extLst>
              </p:cNvPr>
              <p:cNvSpPr txBox="1"/>
              <p:nvPr/>
            </p:nvSpPr>
            <p:spPr>
              <a:xfrm>
                <a:off x="809625" y="2095500"/>
                <a:ext cx="33339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457200" lvl="0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172B4D"/>
                  </a:buClr>
                  <a:buSzPts val="1400"/>
                  <a:buChar char="●"/>
                </a:pPr>
                <a:r>
                  <a:rPr lang="en" sz="1200" b="0" dirty="0">
                    <a:solidFill>
                      <a:srgbClr val="172B4D"/>
                    </a:solidFill>
                    <a:latin typeface="Aptos" panose="020B0004020202020204" pitchFamily="34" charset="0"/>
                    <a:ea typeface="Inter"/>
                    <a:cs typeface="Inter"/>
                    <a:sym typeface="Inter"/>
                  </a:rPr>
                  <a:t>Operations teams own incidents exclusively</a:t>
                </a:r>
                <a:endParaRPr sz="1200" b="0" dirty="0">
                  <a:solidFill>
                    <a:srgbClr val="172B4D"/>
                  </a:solidFill>
                  <a:latin typeface="Aptos" panose="020B0004020202020204" pitchFamily="34" charset="0"/>
                  <a:ea typeface="Inter"/>
                  <a:cs typeface="Inter"/>
                  <a:sym typeface="Inter"/>
                </a:endParaRPr>
              </a:p>
              <a:p>
                <a:pPr marL="457200" lvl="0" indent="-317500" algn="l" rtl="0">
                  <a:spcBef>
                    <a:spcPts val="900"/>
                  </a:spcBef>
                  <a:spcAft>
                    <a:spcPts val="0"/>
                  </a:spcAft>
                  <a:buClr>
                    <a:srgbClr val="172B4D"/>
                  </a:buClr>
                  <a:buSzPts val="1400"/>
                  <a:buChar char="●"/>
                </a:pPr>
                <a:r>
                  <a:rPr lang="en" sz="1200" b="0" dirty="0">
                    <a:solidFill>
                      <a:srgbClr val="172B4D"/>
                    </a:solidFill>
                    <a:latin typeface="Aptos" panose="020B0004020202020204" pitchFamily="34" charset="0"/>
                    <a:ea typeface="Inter"/>
                    <a:cs typeface="Inter"/>
                    <a:sym typeface="Inter"/>
                  </a:rPr>
                  <a:t>On-call relies heavily on physical pager</a:t>
                </a:r>
                <a:endParaRPr sz="1200" b="0" dirty="0">
                  <a:solidFill>
                    <a:srgbClr val="172B4D"/>
                  </a:solidFill>
                  <a:latin typeface="Aptos" panose="020B0004020202020204" pitchFamily="34" charset="0"/>
                  <a:ea typeface="Inter"/>
                  <a:cs typeface="Inter"/>
                  <a:sym typeface="Inter"/>
                </a:endParaRPr>
              </a:p>
              <a:p>
                <a:pPr marL="457200" lvl="0" indent="-317500" algn="l" rtl="0">
                  <a:spcBef>
                    <a:spcPts val="900"/>
                  </a:spcBef>
                  <a:spcAft>
                    <a:spcPts val="0"/>
                  </a:spcAft>
                  <a:buClr>
                    <a:srgbClr val="172B4D"/>
                  </a:buClr>
                  <a:buSzPts val="1400"/>
                  <a:buChar char="●"/>
                </a:pPr>
                <a:r>
                  <a:rPr lang="en" sz="1200" b="0" dirty="0">
                    <a:solidFill>
                      <a:srgbClr val="172B4D"/>
                    </a:solidFill>
                    <a:latin typeface="Aptos" panose="020B0004020202020204" pitchFamily="34" charset="0"/>
                    <a:ea typeface="Inter"/>
                    <a:cs typeface="Inter"/>
                    <a:sym typeface="Inter"/>
                  </a:rPr>
                  <a:t>Adopts a purely reactive response</a:t>
                </a:r>
                <a:endParaRPr sz="1200" b="0" dirty="0">
                  <a:solidFill>
                    <a:srgbClr val="172B4D"/>
                  </a:solidFill>
                  <a:latin typeface="Aptos" panose="020B0004020202020204" pitchFamily="34" charset="0"/>
                  <a:ea typeface="Inter"/>
                  <a:cs typeface="Inter"/>
                  <a:sym typeface="Inter"/>
                </a:endParaRPr>
              </a:p>
              <a:p>
                <a:pPr marL="457200" lvl="0" indent="-317500" algn="l" rtl="0">
                  <a:spcBef>
                    <a:spcPts val="900"/>
                  </a:spcBef>
                  <a:spcAft>
                    <a:spcPts val="0"/>
                  </a:spcAft>
                  <a:buClr>
                    <a:srgbClr val="172B4D"/>
                  </a:buClr>
                  <a:buSzPts val="1400"/>
                  <a:buChar char="●"/>
                </a:pPr>
                <a:r>
                  <a:rPr lang="en" sz="1200" b="0" dirty="0">
                    <a:solidFill>
                      <a:srgbClr val="172B4D"/>
                    </a:solidFill>
                    <a:latin typeface="Aptos" panose="020B0004020202020204" pitchFamily="34" charset="0"/>
                    <a:ea typeface="Inter"/>
                    <a:cs typeface="Inter"/>
                    <a:sym typeface="Inter"/>
                  </a:rPr>
                  <a:t>Relies on manual escalation pathways</a:t>
                </a:r>
                <a:endParaRPr sz="1200" b="0" dirty="0">
                  <a:solidFill>
                    <a:srgbClr val="172B4D"/>
                  </a:solidFill>
                  <a:latin typeface="Aptos" panose="020B0004020202020204" pitchFamily="34" charset="0"/>
                  <a:ea typeface="Inter"/>
                  <a:cs typeface="Inter"/>
                  <a:sym typeface="Inter"/>
                </a:endParaRPr>
              </a:p>
              <a:p>
                <a:pPr marL="457200" lvl="0" indent="-317500" algn="l" rtl="0">
                  <a:spcBef>
                    <a:spcPts val="900"/>
                  </a:spcBef>
                  <a:spcAft>
                    <a:spcPts val="900"/>
                  </a:spcAft>
                  <a:buClr>
                    <a:srgbClr val="172B4D"/>
                  </a:buClr>
                  <a:buSzPts val="1400"/>
                  <a:buChar char="●"/>
                </a:pPr>
                <a:r>
                  <a:rPr lang="en" sz="1200" b="0" dirty="0">
                    <a:solidFill>
                      <a:srgbClr val="172B4D"/>
                    </a:solidFill>
                    <a:latin typeface="Aptos" panose="020B0004020202020204" pitchFamily="34" charset="0"/>
                    <a:ea typeface="Inter"/>
                    <a:cs typeface="Inter"/>
                    <a:sym typeface="Inter"/>
                  </a:rPr>
                  <a:t>Single goal mindset to restore service at all costs</a:t>
                </a:r>
                <a:endParaRPr sz="1200" b="0" dirty="0">
                  <a:solidFill>
                    <a:srgbClr val="172B4D"/>
                  </a:solidFill>
                  <a:latin typeface="Aptos" panose="020B0004020202020204" pitchFamily="34" charset="0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" name="Google Shape;297;p21">
              <a:extLst>
                <a:ext uri="{FF2B5EF4-FFF2-40B4-BE49-F238E27FC236}">
                  <a16:creationId xmlns:a16="http://schemas.microsoft.com/office/drawing/2014/main" id="{C9F64B0B-9643-7AF9-4B77-ABA4A80FE3A7}"/>
                </a:ext>
              </a:extLst>
            </p:cNvPr>
            <p:cNvGrpSpPr/>
            <p:nvPr/>
          </p:nvGrpSpPr>
          <p:grpSpPr>
            <a:xfrm>
              <a:off x="4762500" y="1333500"/>
              <a:ext cx="3810000" cy="3238500"/>
              <a:chOff x="4762500" y="1333500"/>
              <a:chExt cx="3810000" cy="3238500"/>
            </a:xfrm>
          </p:grpSpPr>
          <p:sp>
            <p:nvSpPr>
              <p:cNvPr id="9" name="Google Shape;298;p21">
                <a:extLst>
                  <a:ext uri="{FF2B5EF4-FFF2-40B4-BE49-F238E27FC236}">
                    <a16:creationId xmlns:a16="http://schemas.microsoft.com/office/drawing/2014/main" id="{6781FD8F-E615-23F4-0DDB-C22F66E7641A}"/>
                  </a:ext>
                </a:extLst>
              </p:cNvPr>
              <p:cNvSpPr/>
              <p:nvPr/>
            </p:nvSpPr>
            <p:spPr>
              <a:xfrm>
                <a:off x="4762500" y="1333500"/>
                <a:ext cx="3810000" cy="3238500"/>
              </a:xfrm>
              <a:prstGeom prst="roundRect">
                <a:avLst>
                  <a:gd name="adj" fmla="val 2352"/>
                </a:avLst>
              </a:prstGeom>
              <a:solidFill>
                <a:srgbClr val="E6EFFC"/>
              </a:solidFill>
              <a:ln w="9525" cap="flat" cmpd="sng">
                <a:solidFill>
                  <a:srgbClr val="0052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299;p21">
                <a:extLst>
                  <a:ext uri="{FF2B5EF4-FFF2-40B4-BE49-F238E27FC236}">
                    <a16:creationId xmlns:a16="http://schemas.microsoft.com/office/drawing/2014/main" id="{A4E22987-1551-1B00-CA16-AE2D353A09AA}"/>
                  </a:ext>
                </a:extLst>
              </p:cNvPr>
              <p:cNvSpPr/>
              <p:nvPr/>
            </p:nvSpPr>
            <p:spPr>
              <a:xfrm>
                <a:off x="4762500" y="1333500"/>
                <a:ext cx="3810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0052C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300;p21">
                <a:extLst>
                  <a:ext uri="{FF2B5EF4-FFF2-40B4-BE49-F238E27FC236}">
                    <a16:creationId xmlns:a16="http://schemas.microsoft.com/office/drawing/2014/main" id="{34932B01-6ED8-A24C-C99F-FDE2672B9E99}"/>
                  </a:ext>
                </a:extLst>
              </p:cNvPr>
              <p:cNvSpPr txBox="1"/>
              <p:nvPr/>
            </p:nvSpPr>
            <p:spPr>
              <a:xfrm>
                <a:off x="4953000" y="1428750"/>
                <a:ext cx="3429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 b="1" dirty="0">
                    <a:solidFill>
                      <a:srgbClr val="FFFFFF"/>
                    </a:solidFill>
                    <a:latin typeface="Aptos" panose="020B0004020202020204" pitchFamily="34" charset="0"/>
                    <a:ea typeface="Inter"/>
                    <a:cs typeface="Inter"/>
                    <a:sym typeface="Inter"/>
                  </a:rPr>
                  <a:t>DevOps Model</a:t>
                </a:r>
                <a:endParaRPr sz="1500" b="1" dirty="0">
                  <a:solidFill>
                    <a:srgbClr val="FFFFFF"/>
                  </a:solidFill>
                  <a:latin typeface="Aptos" panose="020B0004020202020204" pitchFamily="34" charset="0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" name="Google Shape;301;p21">
                <a:extLst>
                  <a:ext uri="{FF2B5EF4-FFF2-40B4-BE49-F238E27FC236}">
                    <a16:creationId xmlns:a16="http://schemas.microsoft.com/office/drawing/2014/main" id="{499B3D5D-FF02-BB9E-624D-1498935C40CC}"/>
                  </a:ext>
                </a:extLst>
              </p:cNvPr>
              <p:cNvSpPr txBox="1"/>
              <p:nvPr/>
            </p:nvSpPr>
            <p:spPr>
              <a:xfrm>
                <a:off x="5000625" y="2095500"/>
                <a:ext cx="33339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457200" lvl="0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172B4D"/>
                  </a:buClr>
                  <a:buSzPts val="1400"/>
                  <a:buChar char="●"/>
                </a:pPr>
                <a:r>
                  <a:rPr lang="en" sz="1200" b="0" dirty="0">
                    <a:solidFill>
                      <a:srgbClr val="172B4D"/>
                    </a:solidFill>
                    <a:latin typeface="Aptos" panose="020B0004020202020204" pitchFamily="34" charset="0"/>
                    <a:ea typeface="Inter"/>
                    <a:cs typeface="Inter"/>
                    <a:sym typeface="Inter"/>
                  </a:rPr>
                  <a:t>Shared operational ownership across Dev &amp; Ops teams</a:t>
                </a:r>
                <a:endParaRPr sz="1200" b="0" dirty="0">
                  <a:solidFill>
                    <a:srgbClr val="172B4D"/>
                  </a:solidFill>
                  <a:latin typeface="Aptos" panose="020B0004020202020204" pitchFamily="34" charset="0"/>
                  <a:ea typeface="Inter"/>
                  <a:cs typeface="Inter"/>
                  <a:sym typeface="Inter"/>
                </a:endParaRPr>
              </a:p>
              <a:p>
                <a:pPr marL="457200" lvl="0" indent="-317500" algn="l" rtl="0">
                  <a:spcBef>
                    <a:spcPts val="900"/>
                  </a:spcBef>
                  <a:spcAft>
                    <a:spcPts val="0"/>
                  </a:spcAft>
                  <a:buClr>
                    <a:srgbClr val="172B4D"/>
                  </a:buClr>
                  <a:buSzPts val="1400"/>
                  <a:buChar char="●"/>
                </a:pPr>
                <a:r>
                  <a:rPr lang="en" sz="1200" b="0" dirty="0">
                    <a:solidFill>
                      <a:srgbClr val="172B4D"/>
                    </a:solidFill>
                    <a:latin typeface="Aptos" panose="020B0004020202020204" pitchFamily="34" charset="0"/>
                    <a:ea typeface="Inter"/>
                    <a:cs typeface="Inter"/>
                    <a:sym typeface="Inter"/>
                  </a:rPr>
                  <a:t>Utilizes </a:t>
                </a:r>
                <a:r>
                  <a:rPr lang="en" sz="1200" dirty="0">
                    <a:solidFill>
                      <a:srgbClr val="172B4D"/>
                    </a:solidFill>
                    <a:latin typeface="Aptos" panose="020B0004020202020204" pitchFamily="34" charset="0"/>
                    <a:ea typeface="Inter"/>
                    <a:cs typeface="Inter"/>
                    <a:sym typeface="Inter"/>
                  </a:rPr>
                  <a:t>automated</a:t>
                </a:r>
                <a:r>
                  <a:rPr lang="en" sz="1200" b="0" dirty="0">
                    <a:solidFill>
                      <a:srgbClr val="172B4D"/>
                    </a:solidFill>
                    <a:latin typeface="Aptos" panose="020B0004020202020204" pitchFamily="34" charset="0"/>
                    <a:ea typeface="Inter"/>
                    <a:cs typeface="Inter"/>
                    <a:sym typeface="Inter"/>
                  </a:rPr>
                  <a:t> mobile alerting platforms</a:t>
                </a:r>
                <a:endParaRPr sz="1200" b="0" dirty="0">
                  <a:solidFill>
                    <a:srgbClr val="172B4D"/>
                  </a:solidFill>
                  <a:latin typeface="Aptos" panose="020B0004020202020204" pitchFamily="34" charset="0"/>
                  <a:ea typeface="Inter"/>
                  <a:cs typeface="Inter"/>
                  <a:sym typeface="Inter"/>
                </a:endParaRPr>
              </a:p>
              <a:p>
                <a:pPr marL="457200" lvl="0" indent="-317500" algn="l" rtl="0">
                  <a:spcBef>
                    <a:spcPts val="900"/>
                  </a:spcBef>
                  <a:spcAft>
                    <a:spcPts val="0"/>
                  </a:spcAft>
                  <a:buClr>
                    <a:srgbClr val="172B4D"/>
                  </a:buClr>
                  <a:buSzPts val="1400"/>
                  <a:buChar char="●"/>
                </a:pPr>
                <a:r>
                  <a:rPr lang="en" sz="1200" b="0" dirty="0">
                    <a:solidFill>
                      <a:srgbClr val="172B4D"/>
                    </a:solidFill>
                    <a:latin typeface="Aptos" panose="020B0004020202020204" pitchFamily="34" charset="0"/>
                    <a:ea typeface="Inter"/>
                    <a:cs typeface="Inter"/>
                    <a:sym typeface="Inter"/>
                  </a:rPr>
                  <a:t>Prioritizes continuous architectural feedback</a:t>
                </a:r>
                <a:endParaRPr sz="1200" b="0" dirty="0">
                  <a:solidFill>
                    <a:srgbClr val="172B4D"/>
                  </a:solidFill>
                  <a:latin typeface="Aptos" panose="020B0004020202020204" pitchFamily="34" charset="0"/>
                  <a:ea typeface="Inter"/>
                  <a:cs typeface="Inter"/>
                  <a:sym typeface="Inter"/>
                </a:endParaRPr>
              </a:p>
              <a:p>
                <a:pPr marL="457200" lvl="0" indent="-317500" algn="l" rtl="0">
                  <a:spcBef>
                    <a:spcPts val="900"/>
                  </a:spcBef>
                  <a:spcAft>
                    <a:spcPts val="0"/>
                  </a:spcAft>
                  <a:buClr>
                    <a:srgbClr val="172B4D"/>
                  </a:buClr>
                  <a:buSzPts val="1400"/>
                  <a:buChar char="●"/>
                </a:pPr>
                <a:r>
                  <a:rPr lang="en" sz="1200" b="0" dirty="0">
                    <a:solidFill>
                      <a:srgbClr val="172B4D"/>
                    </a:solidFill>
                    <a:latin typeface="Aptos" panose="020B0004020202020204" pitchFamily="34" charset="0"/>
                    <a:ea typeface="Inter"/>
                    <a:cs typeface="Inter"/>
                    <a:sym typeface="Inter"/>
                  </a:rPr>
                  <a:t>Relies on automated escalation pathways</a:t>
                </a:r>
                <a:endParaRPr sz="1200" b="0" dirty="0">
                  <a:solidFill>
                    <a:srgbClr val="172B4D"/>
                  </a:solidFill>
                  <a:latin typeface="Aptos" panose="020B0004020202020204" pitchFamily="34" charset="0"/>
                  <a:ea typeface="Inter"/>
                  <a:cs typeface="Inter"/>
                  <a:sym typeface="Inter"/>
                </a:endParaRPr>
              </a:p>
              <a:p>
                <a:pPr marL="457200" lvl="0" indent="-317500" algn="l" rtl="0">
                  <a:spcBef>
                    <a:spcPts val="900"/>
                  </a:spcBef>
                  <a:spcAft>
                    <a:spcPts val="900"/>
                  </a:spcAft>
                  <a:buClr>
                    <a:srgbClr val="172B4D"/>
                  </a:buClr>
                  <a:buSzPts val="1400"/>
                  <a:buChar char="●"/>
                </a:pPr>
                <a:r>
                  <a:rPr lang="en" sz="1200" b="0" dirty="0">
                    <a:solidFill>
                      <a:srgbClr val="172B4D"/>
                    </a:solidFill>
                    <a:latin typeface="Aptos" panose="020B0004020202020204" pitchFamily="34" charset="0"/>
                    <a:ea typeface="Inter"/>
                    <a:cs typeface="Inter"/>
                    <a:sym typeface="Inter"/>
                  </a:rPr>
                  <a:t>Double goal mindset to restore service and improve system resilience</a:t>
                </a:r>
                <a:endParaRPr sz="1200" b="0" dirty="0">
                  <a:solidFill>
                    <a:srgbClr val="172B4D"/>
                  </a:solidFill>
                  <a:latin typeface="Aptos" panose="020B0004020202020204" pitchFamily="34" charset="0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60194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title="Decorative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58000"/>
          </a:xfrm>
        </p:spPr>
      </p:pic>
      <p:grpSp>
        <p:nvGrpSpPr>
          <p:cNvPr id="8" name="Google Shape;153;p17">
            <a:extLst>
              <a:ext uri="{FF2B5EF4-FFF2-40B4-BE49-F238E27FC236}">
                <a16:creationId xmlns:a16="http://schemas.microsoft.com/office/drawing/2014/main" id="{1477ADE8-03EA-0940-EFEE-472CD2CDB50F}"/>
              </a:ext>
            </a:extLst>
          </p:cNvPr>
          <p:cNvGrpSpPr/>
          <p:nvPr/>
        </p:nvGrpSpPr>
        <p:grpSpPr>
          <a:xfrm>
            <a:off x="6810375" y="557646"/>
            <a:ext cx="5238750" cy="1681295"/>
            <a:chOff x="571500" y="1524000"/>
            <a:chExt cx="5238750" cy="2667000"/>
          </a:xfrm>
        </p:grpSpPr>
        <p:grpSp>
          <p:nvGrpSpPr>
            <p:cNvPr id="9" name="Google Shape;154;p17">
              <a:extLst>
                <a:ext uri="{FF2B5EF4-FFF2-40B4-BE49-F238E27FC236}">
                  <a16:creationId xmlns:a16="http://schemas.microsoft.com/office/drawing/2014/main" id="{B77C7030-AB2D-2C9B-57FF-3F492447EC8D}"/>
                </a:ext>
              </a:extLst>
            </p:cNvPr>
            <p:cNvGrpSpPr/>
            <p:nvPr/>
          </p:nvGrpSpPr>
          <p:grpSpPr>
            <a:xfrm>
              <a:off x="571500" y="1524000"/>
              <a:ext cx="2476500" cy="2667000"/>
              <a:chOff x="571500" y="1524000"/>
              <a:chExt cx="2476500" cy="2667000"/>
            </a:xfrm>
          </p:grpSpPr>
          <p:sp>
            <p:nvSpPr>
              <p:cNvPr id="29" name="Google Shape;155;p17">
                <a:extLst>
                  <a:ext uri="{FF2B5EF4-FFF2-40B4-BE49-F238E27FC236}">
                    <a16:creationId xmlns:a16="http://schemas.microsoft.com/office/drawing/2014/main" id="{1248627E-CC9E-CC08-3516-55A4F786BD26}"/>
                  </a:ext>
                </a:extLst>
              </p:cNvPr>
              <p:cNvSpPr/>
              <p:nvPr/>
            </p:nvSpPr>
            <p:spPr>
              <a:xfrm>
                <a:off x="571500" y="1524000"/>
                <a:ext cx="2476500" cy="2667000"/>
              </a:xfrm>
              <a:prstGeom prst="roundRect">
                <a:avLst>
                  <a:gd name="adj" fmla="val 3076"/>
                </a:avLst>
              </a:prstGeom>
              <a:solidFill>
                <a:srgbClr val="FFFFFF"/>
              </a:solidFill>
              <a:ln w="19050" cap="flat" cmpd="sng">
                <a:solidFill>
                  <a:srgbClr val="954F7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56;p17">
                <a:extLst>
                  <a:ext uri="{FF2B5EF4-FFF2-40B4-BE49-F238E27FC236}">
                    <a16:creationId xmlns:a16="http://schemas.microsoft.com/office/drawing/2014/main" id="{83C1293F-BD38-4DDF-AEC7-FCCF8A8B555D}"/>
                  </a:ext>
                </a:extLst>
              </p:cNvPr>
              <p:cNvSpPr/>
              <p:nvPr/>
            </p:nvSpPr>
            <p:spPr>
              <a:xfrm>
                <a:off x="571500" y="1524000"/>
                <a:ext cx="24765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cubicBezTo>
                      <a:pt x="0" y="88174"/>
                      <a:pt x="389" y="57652"/>
                      <a:pt x="1081" y="35147"/>
                    </a:cubicBezTo>
                    <a:cubicBezTo>
                      <a:pt x="1774" y="12643"/>
                      <a:pt x="2713" y="0"/>
                      <a:pt x="3692" y="0"/>
                    </a:cubicBezTo>
                    <a:lnTo>
                      <a:pt x="116308" y="0"/>
                    </a:lnTo>
                    <a:cubicBezTo>
                      <a:pt x="118347" y="6"/>
                      <a:pt x="120000" y="53730"/>
                      <a:pt x="120000" y="120000"/>
                    </a:cubicBezTo>
                    <a:close/>
                  </a:path>
                </a:pathLst>
              </a:custGeom>
              <a:solidFill>
                <a:srgbClr val="954F7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61;p17">
                <a:extLst>
                  <a:ext uri="{FF2B5EF4-FFF2-40B4-BE49-F238E27FC236}">
                    <a16:creationId xmlns:a16="http://schemas.microsoft.com/office/drawing/2014/main" id="{53CE1145-5988-6E46-3346-D5BEE4D41B6F}"/>
                  </a:ext>
                </a:extLst>
              </p:cNvPr>
              <p:cNvSpPr txBox="1"/>
              <p:nvPr/>
            </p:nvSpPr>
            <p:spPr>
              <a:xfrm>
                <a:off x="762000" y="2333625"/>
                <a:ext cx="2095500" cy="16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dirty="0">
                    <a:solidFill>
                      <a:srgbClr val="172B4D"/>
                    </a:solidFill>
                    <a:latin typeface="Inter"/>
                    <a:ea typeface="Inter"/>
                    <a:cs typeface="Inter"/>
                    <a:sym typeface="Inter"/>
                  </a:rPr>
                  <a:t>Pager Rotation</a:t>
                </a: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125" b="0" dirty="0">
                    <a:solidFill>
                      <a:srgbClr val="172B4D"/>
                    </a:solidFill>
                    <a:latin typeface="Inter"/>
                    <a:ea typeface="Inter"/>
                    <a:cs typeface="Inter"/>
                    <a:sym typeface="Inter"/>
                  </a:rPr>
                  <a:t>Essential for maintaining systems requiring high-reliability</a:t>
                </a:r>
              </a:p>
            </p:txBody>
          </p:sp>
        </p:grpSp>
        <p:grpSp>
          <p:nvGrpSpPr>
            <p:cNvPr id="10" name="Google Shape;162;p17">
              <a:extLst>
                <a:ext uri="{FF2B5EF4-FFF2-40B4-BE49-F238E27FC236}">
                  <a16:creationId xmlns:a16="http://schemas.microsoft.com/office/drawing/2014/main" id="{D0D21681-CEE7-A617-1020-4641178769A2}"/>
                </a:ext>
              </a:extLst>
            </p:cNvPr>
            <p:cNvGrpSpPr/>
            <p:nvPr/>
          </p:nvGrpSpPr>
          <p:grpSpPr>
            <a:xfrm>
              <a:off x="3333750" y="1524000"/>
              <a:ext cx="2476500" cy="2667000"/>
              <a:chOff x="3333750" y="1524000"/>
              <a:chExt cx="2476500" cy="2667000"/>
            </a:xfrm>
          </p:grpSpPr>
          <p:sp>
            <p:nvSpPr>
              <p:cNvPr id="18" name="Google Shape;163;p17">
                <a:extLst>
                  <a:ext uri="{FF2B5EF4-FFF2-40B4-BE49-F238E27FC236}">
                    <a16:creationId xmlns:a16="http://schemas.microsoft.com/office/drawing/2014/main" id="{B1709694-8F08-1D54-DF67-3A9A55CB14B2}"/>
                  </a:ext>
                </a:extLst>
              </p:cNvPr>
              <p:cNvSpPr/>
              <p:nvPr/>
            </p:nvSpPr>
            <p:spPr>
              <a:xfrm>
                <a:off x="3333750" y="1524000"/>
                <a:ext cx="2476500" cy="2667000"/>
              </a:xfrm>
              <a:prstGeom prst="roundRect">
                <a:avLst>
                  <a:gd name="adj" fmla="val 3076"/>
                </a:avLst>
              </a:prstGeom>
              <a:solidFill>
                <a:srgbClr val="FFFFFF"/>
              </a:solidFill>
              <a:ln w="19050" cap="flat" cmpd="sng">
                <a:solidFill>
                  <a:srgbClr val="954F7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64;p17">
                <a:extLst>
                  <a:ext uri="{FF2B5EF4-FFF2-40B4-BE49-F238E27FC236}">
                    <a16:creationId xmlns:a16="http://schemas.microsoft.com/office/drawing/2014/main" id="{DC506C8C-749A-0D9B-8ACE-4C99B3BCEF7E}"/>
                  </a:ext>
                </a:extLst>
              </p:cNvPr>
              <p:cNvSpPr/>
              <p:nvPr/>
            </p:nvSpPr>
            <p:spPr>
              <a:xfrm>
                <a:off x="3333750" y="1524000"/>
                <a:ext cx="24765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cubicBezTo>
                      <a:pt x="0" y="88174"/>
                      <a:pt x="389" y="57652"/>
                      <a:pt x="1081" y="35147"/>
                    </a:cubicBezTo>
                    <a:cubicBezTo>
                      <a:pt x="1774" y="12643"/>
                      <a:pt x="2713" y="0"/>
                      <a:pt x="3692" y="0"/>
                    </a:cubicBezTo>
                    <a:lnTo>
                      <a:pt x="116308" y="0"/>
                    </a:lnTo>
                    <a:cubicBezTo>
                      <a:pt x="118347" y="6"/>
                      <a:pt x="120000" y="53730"/>
                      <a:pt x="120000" y="1200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0" name="Google Shape;165;p17">
                <a:extLst>
                  <a:ext uri="{FF2B5EF4-FFF2-40B4-BE49-F238E27FC236}">
                    <a16:creationId xmlns:a16="http://schemas.microsoft.com/office/drawing/2014/main" id="{A60EFDD4-1A07-EAA0-4BF8-94E0ED52DEB9}"/>
                  </a:ext>
                </a:extLst>
              </p:cNvPr>
              <p:cNvGrpSpPr/>
              <p:nvPr/>
            </p:nvGrpSpPr>
            <p:grpSpPr>
              <a:xfrm>
                <a:off x="3643313" y="1919288"/>
                <a:ext cx="28500" cy="180900"/>
                <a:chOff x="119063" y="109538"/>
                <a:chExt cx="28500" cy="180900"/>
              </a:xfrm>
            </p:grpSpPr>
            <p:sp>
              <p:nvSpPr>
                <p:cNvPr id="26" name="Google Shape;170;p17">
                  <a:extLst>
                    <a:ext uri="{FF2B5EF4-FFF2-40B4-BE49-F238E27FC236}">
                      <a16:creationId xmlns:a16="http://schemas.microsoft.com/office/drawing/2014/main" id="{A1042D2E-0BE5-956E-F205-7B672A97560E}"/>
                    </a:ext>
                  </a:extLst>
                </p:cNvPr>
                <p:cNvSpPr/>
                <p:nvPr/>
              </p:nvSpPr>
              <p:spPr>
                <a:xfrm>
                  <a:off x="119063" y="109538"/>
                  <a:ext cx="28500" cy="285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171;p17">
                  <a:extLst>
                    <a:ext uri="{FF2B5EF4-FFF2-40B4-BE49-F238E27FC236}">
                      <a16:creationId xmlns:a16="http://schemas.microsoft.com/office/drawing/2014/main" id="{B7FFA06E-5637-7427-5D45-08D8E8334C25}"/>
                    </a:ext>
                  </a:extLst>
                </p:cNvPr>
                <p:cNvSpPr/>
                <p:nvPr/>
              </p:nvSpPr>
              <p:spPr>
                <a:xfrm>
                  <a:off x="119063" y="185738"/>
                  <a:ext cx="28500" cy="285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" name="Google Shape;172;p17">
                  <a:extLst>
                    <a:ext uri="{FF2B5EF4-FFF2-40B4-BE49-F238E27FC236}">
                      <a16:creationId xmlns:a16="http://schemas.microsoft.com/office/drawing/2014/main" id="{ECB73DCD-4A16-7A92-E04A-AA7B1982B048}"/>
                    </a:ext>
                  </a:extLst>
                </p:cNvPr>
                <p:cNvSpPr/>
                <p:nvPr/>
              </p:nvSpPr>
              <p:spPr>
                <a:xfrm>
                  <a:off x="119063" y="261938"/>
                  <a:ext cx="28500" cy="285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1" name="Google Shape;173;p17">
                <a:extLst>
                  <a:ext uri="{FF2B5EF4-FFF2-40B4-BE49-F238E27FC236}">
                    <a16:creationId xmlns:a16="http://schemas.microsoft.com/office/drawing/2014/main" id="{DD48C248-20FB-1950-C393-9AC39C2DD7E7}"/>
                  </a:ext>
                </a:extLst>
              </p:cNvPr>
              <p:cNvSpPr txBox="1"/>
              <p:nvPr/>
            </p:nvSpPr>
            <p:spPr>
              <a:xfrm>
                <a:off x="3524250" y="2333625"/>
                <a:ext cx="2095500" cy="16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dirty="0">
                    <a:solidFill>
                      <a:srgbClr val="172B4D"/>
                    </a:solidFill>
                    <a:latin typeface="Inter"/>
                    <a:ea typeface="Inter"/>
                    <a:cs typeface="Inter"/>
                    <a:sym typeface="Inter"/>
                  </a:rPr>
                  <a:t>Incident Automation</a:t>
                </a: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125" b="0" dirty="0">
                    <a:solidFill>
                      <a:srgbClr val="172B4D"/>
                    </a:solidFill>
                    <a:latin typeface="Inter"/>
                    <a:ea typeface="Inter"/>
                    <a:cs typeface="Inter"/>
                    <a:sym typeface="Inter"/>
                  </a:rPr>
                  <a:t>Reduced engineer burnout with filtered and actionable alerts</a:t>
                </a:r>
              </a:p>
            </p:txBody>
          </p:sp>
        </p:grpSp>
      </p:grpSp>
      <p:grpSp>
        <p:nvGrpSpPr>
          <p:cNvPr id="36" name="Google Shape;153;p17">
            <a:extLst>
              <a:ext uri="{FF2B5EF4-FFF2-40B4-BE49-F238E27FC236}">
                <a16:creationId xmlns:a16="http://schemas.microsoft.com/office/drawing/2014/main" id="{D5C3C489-3661-FDD1-7C28-9443539A04C9}"/>
              </a:ext>
            </a:extLst>
          </p:cNvPr>
          <p:cNvGrpSpPr/>
          <p:nvPr/>
        </p:nvGrpSpPr>
        <p:grpSpPr>
          <a:xfrm>
            <a:off x="6830568" y="2636389"/>
            <a:ext cx="5238750" cy="1681295"/>
            <a:chOff x="571500" y="1524000"/>
            <a:chExt cx="5238750" cy="2667000"/>
          </a:xfrm>
        </p:grpSpPr>
        <p:grpSp>
          <p:nvGrpSpPr>
            <p:cNvPr id="37" name="Google Shape;154;p17">
              <a:extLst>
                <a:ext uri="{FF2B5EF4-FFF2-40B4-BE49-F238E27FC236}">
                  <a16:creationId xmlns:a16="http://schemas.microsoft.com/office/drawing/2014/main" id="{0F89DD1F-F68E-8963-4050-9E956D95E108}"/>
                </a:ext>
              </a:extLst>
            </p:cNvPr>
            <p:cNvGrpSpPr/>
            <p:nvPr/>
          </p:nvGrpSpPr>
          <p:grpSpPr>
            <a:xfrm>
              <a:off x="571500" y="1524000"/>
              <a:ext cx="2476500" cy="2667000"/>
              <a:chOff x="571500" y="1524000"/>
              <a:chExt cx="2476500" cy="2667000"/>
            </a:xfrm>
          </p:grpSpPr>
          <p:sp>
            <p:nvSpPr>
              <p:cNvPr id="50" name="Google Shape;155;p17">
                <a:extLst>
                  <a:ext uri="{FF2B5EF4-FFF2-40B4-BE49-F238E27FC236}">
                    <a16:creationId xmlns:a16="http://schemas.microsoft.com/office/drawing/2014/main" id="{3BDFBECD-5CF0-DB25-D5A6-FD767153460E}"/>
                  </a:ext>
                </a:extLst>
              </p:cNvPr>
              <p:cNvSpPr/>
              <p:nvPr/>
            </p:nvSpPr>
            <p:spPr>
              <a:xfrm>
                <a:off x="571500" y="1524000"/>
                <a:ext cx="2476500" cy="2667000"/>
              </a:xfrm>
              <a:prstGeom prst="roundRect">
                <a:avLst>
                  <a:gd name="adj" fmla="val 3076"/>
                </a:avLst>
              </a:prstGeom>
              <a:solidFill>
                <a:srgbClr val="FFFFFF"/>
              </a:solidFill>
              <a:ln w="19050" cap="flat" cmpd="sng">
                <a:solidFill>
                  <a:srgbClr val="954F7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56;p17">
                <a:extLst>
                  <a:ext uri="{FF2B5EF4-FFF2-40B4-BE49-F238E27FC236}">
                    <a16:creationId xmlns:a16="http://schemas.microsoft.com/office/drawing/2014/main" id="{4FB6CDB0-E4B7-7F4B-7A5F-39151CCCD395}"/>
                  </a:ext>
                </a:extLst>
              </p:cNvPr>
              <p:cNvSpPr/>
              <p:nvPr/>
            </p:nvSpPr>
            <p:spPr>
              <a:xfrm>
                <a:off x="571500" y="1524000"/>
                <a:ext cx="24765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cubicBezTo>
                      <a:pt x="0" y="88174"/>
                      <a:pt x="389" y="57652"/>
                      <a:pt x="1081" y="35147"/>
                    </a:cubicBezTo>
                    <a:cubicBezTo>
                      <a:pt x="1774" y="12643"/>
                      <a:pt x="2713" y="0"/>
                      <a:pt x="3692" y="0"/>
                    </a:cubicBezTo>
                    <a:lnTo>
                      <a:pt x="116308" y="0"/>
                    </a:lnTo>
                    <a:cubicBezTo>
                      <a:pt x="118347" y="6"/>
                      <a:pt x="120000" y="53730"/>
                      <a:pt x="120000" y="1200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61;p17">
                <a:extLst>
                  <a:ext uri="{FF2B5EF4-FFF2-40B4-BE49-F238E27FC236}">
                    <a16:creationId xmlns:a16="http://schemas.microsoft.com/office/drawing/2014/main" id="{151BF03F-840B-40C6-CBCC-5C2AE600E343}"/>
                  </a:ext>
                </a:extLst>
              </p:cNvPr>
              <p:cNvSpPr txBox="1"/>
              <p:nvPr/>
            </p:nvSpPr>
            <p:spPr>
              <a:xfrm>
                <a:off x="762000" y="2333625"/>
                <a:ext cx="2095500" cy="16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dirty="0">
                    <a:solidFill>
                      <a:srgbClr val="172B4D"/>
                    </a:solidFill>
                    <a:latin typeface="Inter"/>
                    <a:ea typeface="Inter"/>
                    <a:cs typeface="Inter"/>
                    <a:sym typeface="Inter"/>
                  </a:rPr>
                  <a:t>Shared Ownership</a:t>
                </a: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125" b="0" dirty="0">
                    <a:solidFill>
                      <a:srgbClr val="172B4D"/>
                    </a:solidFill>
                    <a:latin typeface="Inter"/>
                    <a:ea typeface="Inter"/>
                    <a:cs typeface="Inter"/>
                    <a:sym typeface="Inter"/>
                  </a:rPr>
                  <a:t>Directly improves software quality</a:t>
                </a:r>
              </a:p>
            </p:txBody>
          </p:sp>
        </p:grpSp>
        <p:grpSp>
          <p:nvGrpSpPr>
            <p:cNvPr id="38" name="Google Shape;162;p17">
              <a:extLst>
                <a:ext uri="{FF2B5EF4-FFF2-40B4-BE49-F238E27FC236}">
                  <a16:creationId xmlns:a16="http://schemas.microsoft.com/office/drawing/2014/main" id="{50847B3E-5AAC-7FFC-1E60-3D7401F38B72}"/>
                </a:ext>
              </a:extLst>
            </p:cNvPr>
            <p:cNvGrpSpPr/>
            <p:nvPr/>
          </p:nvGrpSpPr>
          <p:grpSpPr>
            <a:xfrm>
              <a:off x="3333750" y="1524000"/>
              <a:ext cx="2476500" cy="2667000"/>
              <a:chOff x="3333750" y="1524000"/>
              <a:chExt cx="2476500" cy="2667000"/>
            </a:xfrm>
          </p:grpSpPr>
          <p:sp>
            <p:nvSpPr>
              <p:cNvPr id="39" name="Google Shape;163;p17">
                <a:extLst>
                  <a:ext uri="{FF2B5EF4-FFF2-40B4-BE49-F238E27FC236}">
                    <a16:creationId xmlns:a16="http://schemas.microsoft.com/office/drawing/2014/main" id="{1809E3F9-4B9C-FD10-9A97-6784B54C60BA}"/>
                  </a:ext>
                </a:extLst>
              </p:cNvPr>
              <p:cNvSpPr/>
              <p:nvPr/>
            </p:nvSpPr>
            <p:spPr>
              <a:xfrm>
                <a:off x="3333750" y="1524000"/>
                <a:ext cx="2476500" cy="2667000"/>
              </a:xfrm>
              <a:prstGeom prst="roundRect">
                <a:avLst>
                  <a:gd name="adj" fmla="val 3076"/>
                </a:avLst>
              </a:prstGeom>
              <a:solidFill>
                <a:srgbClr val="FFFFFF"/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64;p17">
                <a:extLst>
                  <a:ext uri="{FF2B5EF4-FFF2-40B4-BE49-F238E27FC236}">
                    <a16:creationId xmlns:a16="http://schemas.microsoft.com/office/drawing/2014/main" id="{FBA288EB-1973-362B-E792-3641B00E6D67}"/>
                  </a:ext>
                </a:extLst>
              </p:cNvPr>
              <p:cNvSpPr/>
              <p:nvPr/>
            </p:nvSpPr>
            <p:spPr>
              <a:xfrm>
                <a:off x="3333750" y="1524000"/>
                <a:ext cx="24765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cubicBezTo>
                      <a:pt x="0" y="88174"/>
                      <a:pt x="389" y="57652"/>
                      <a:pt x="1081" y="35147"/>
                    </a:cubicBezTo>
                    <a:cubicBezTo>
                      <a:pt x="1774" y="12643"/>
                      <a:pt x="2713" y="0"/>
                      <a:pt x="3692" y="0"/>
                    </a:cubicBezTo>
                    <a:lnTo>
                      <a:pt x="116308" y="0"/>
                    </a:lnTo>
                    <a:cubicBezTo>
                      <a:pt x="118347" y="6"/>
                      <a:pt x="120000" y="53730"/>
                      <a:pt x="120000" y="1200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1" name="Google Shape;165;p17">
                <a:extLst>
                  <a:ext uri="{FF2B5EF4-FFF2-40B4-BE49-F238E27FC236}">
                    <a16:creationId xmlns:a16="http://schemas.microsoft.com/office/drawing/2014/main" id="{9B368213-A6D4-2E3A-B968-C99B392B7347}"/>
                  </a:ext>
                </a:extLst>
              </p:cNvPr>
              <p:cNvGrpSpPr/>
              <p:nvPr/>
            </p:nvGrpSpPr>
            <p:grpSpPr>
              <a:xfrm>
                <a:off x="3643313" y="1919288"/>
                <a:ext cx="28500" cy="180900"/>
                <a:chOff x="119063" y="109538"/>
                <a:chExt cx="28500" cy="180900"/>
              </a:xfrm>
            </p:grpSpPr>
            <p:sp>
              <p:nvSpPr>
                <p:cNvPr id="47" name="Google Shape;170;p17">
                  <a:extLst>
                    <a:ext uri="{FF2B5EF4-FFF2-40B4-BE49-F238E27FC236}">
                      <a16:creationId xmlns:a16="http://schemas.microsoft.com/office/drawing/2014/main" id="{162F610C-D63A-E41C-E5F8-F0F3B4F26E75}"/>
                    </a:ext>
                  </a:extLst>
                </p:cNvPr>
                <p:cNvSpPr/>
                <p:nvPr/>
              </p:nvSpPr>
              <p:spPr>
                <a:xfrm>
                  <a:off x="119063" y="109538"/>
                  <a:ext cx="28500" cy="285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171;p17">
                  <a:extLst>
                    <a:ext uri="{FF2B5EF4-FFF2-40B4-BE49-F238E27FC236}">
                      <a16:creationId xmlns:a16="http://schemas.microsoft.com/office/drawing/2014/main" id="{E997558A-70DF-CE6E-A468-57D97A348F6D}"/>
                    </a:ext>
                  </a:extLst>
                </p:cNvPr>
                <p:cNvSpPr/>
                <p:nvPr/>
              </p:nvSpPr>
              <p:spPr>
                <a:xfrm>
                  <a:off x="119063" y="185738"/>
                  <a:ext cx="28500" cy="285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172;p17">
                  <a:extLst>
                    <a:ext uri="{FF2B5EF4-FFF2-40B4-BE49-F238E27FC236}">
                      <a16:creationId xmlns:a16="http://schemas.microsoft.com/office/drawing/2014/main" id="{25F91C8E-AAB6-C85F-0E92-371AA7210353}"/>
                    </a:ext>
                  </a:extLst>
                </p:cNvPr>
                <p:cNvSpPr/>
                <p:nvPr/>
              </p:nvSpPr>
              <p:spPr>
                <a:xfrm>
                  <a:off x="119063" y="261938"/>
                  <a:ext cx="28500" cy="285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" name="Google Shape;173;p17">
                <a:extLst>
                  <a:ext uri="{FF2B5EF4-FFF2-40B4-BE49-F238E27FC236}">
                    <a16:creationId xmlns:a16="http://schemas.microsoft.com/office/drawing/2014/main" id="{1FAEADCC-B9C2-E65F-643A-F87C6865BC19}"/>
                  </a:ext>
                </a:extLst>
              </p:cNvPr>
              <p:cNvSpPr txBox="1"/>
              <p:nvPr/>
            </p:nvSpPr>
            <p:spPr>
              <a:xfrm>
                <a:off x="3524250" y="2333625"/>
                <a:ext cx="2095500" cy="16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dirty="0">
                    <a:solidFill>
                      <a:srgbClr val="172B4D"/>
                    </a:solidFill>
                    <a:latin typeface="Inter"/>
                    <a:ea typeface="Inter"/>
                    <a:cs typeface="Inter"/>
                    <a:sym typeface="Inter"/>
                  </a:rPr>
                  <a:t>Lessons Learned</a:t>
                </a: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125" b="0" dirty="0">
                    <a:solidFill>
                      <a:srgbClr val="172B4D"/>
                    </a:solidFill>
                    <a:latin typeface="Inter"/>
                    <a:ea typeface="Inter"/>
                    <a:cs typeface="Inter"/>
                    <a:sym typeface="Inter"/>
                  </a:rPr>
                  <a:t>Continuous reviews of outages to improve the DevOps team</a:t>
                </a:r>
              </a:p>
            </p:txBody>
          </p:sp>
        </p:grpSp>
      </p:grpSp>
      <p:sp>
        <p:nvSpPr>
          <p:cNvPr id="57" name="Title 7">
            <a:extLst>
              <a:ext uri="{FF2B5EF4-FFF2-40B4-BE49-F238E27FC236}">
                <a16:creationId xmlns:a16="http://schemas.microsoft.com/office/drawing/2014/main" id="{1A0472E6-D45C-9823-3FC3-B0AE5978A61C}"/>
              </a:ext>
            </a:extLst>
          </p:cNvPr>
          <p:cNvSpPr txBox="1">
            <a:spLocks/>
          </p:cNvSpPr>
          <p:nvPr/>
        </p:nvSpPr>
        <p:spPr>
          <a:xfrm>
            <a:off x="142875" y="153040"/>
            <a:ext cx="5641848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spc="-150">
                <a:solidFill>
                  <a:schemeClr val="tx2"/>
                </a:solidFill>
                <a:latin typeface="+mj-lt"/>
                <a:ea typeface="+mj-ea"/>
                <a:cs typeface="Gill Sans" panose="020B0502020104020203" pitchFamily="34" charset="-79"/>
              </a:defRPr>
            </a:lvl1pPr>
          </a:lstStyle>
          <a:p>
            <a:pPr algn="ctr"/>
            <a:r>
              <a:rPr lang="en-US" dirty="0">
                <a:ln>
                  <a:solidFill>
                    <a:schemeClr val="accent5"/>
                  </a:solidFill>
                </a:ln>
                <a:solidFill>
                  <a:schemeClr val="bg1"/>
                </a:solidFill>
                <a:latin typeface="Aptos Slab Black" panose="020B0004020202020204" pitchFamily="34" charset="0"/>
              </a:rPr>
              <a:t>Key Takeaways</a:t>
            </a:r>
          </a:p>
        </p:txBody>
      </p:sp>
    </p:spTree>
    <p:extLst>
      <p:ext uri="{BB962C8B-B14F-4D97-AF65-F5344CB8AC3E}">
        <p14:creationId xmlns:p14="http://schemas.microsoft.com/office/powerpoint/2010/main" val="1415924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54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F0240E2-270B-47F4-97C1-065A42CC2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1" y="936981"/>
            <a:ext cx="7672380" cy="699796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ptos Slab Black" panose="020B0004020202020204" pitchFamily="34" charset="0"/>
              </a:rPr>
              <a:t>Resources: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752924E-B022-4FF4-B161-31F5531EC8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66702" y="1814910"/>
            <a:ext cx="7672378" cy="4476162"/>
          </a:xfrm>
        </p:spPr>
        <p:txBody>
          <a:bodyPr>
            <a:no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The DevOps Handbook (2</a:t>
            </a:r>
            <a:r>
              <a:rPr lang="en-US" baseline="30000" dirty="0">
                <a:latin typeface="Aptos" panose="020B0004020202020204" pitchFamily="34" charset="0"/>
              </a:rPr>
              <a:t>nd</a:t>
            </a:r>
            <a:r>
              <a:rPr lang="en-US" dirty="0">
                <a:latin typeface="Aptos" panose="020B0004020202020204" pitchFamily="34" charset="0"/>
              </a:rPr>
              <a:t> Edition) – Chapter 16</a:t>
            </a:r>
          </a:p>
          <a:p>
            <a:r>
              <a:rPr lang="en-US" dirty="0">
                <a:latin typeface="Aptos" panose="020B0004020202020204" pitchFamily="34" charset="0"/>
              </a:rPr>
              <a:t>DevOps. (March 6, 2026). </a:t>
            </a:r>
            <a:r>
              <a:rPr lang="en-US" dirty="0">
                <a:latin typeface="Aptos" panose="020B0004020202020204" pitchFamily="34" charset="0"/>
                <a:hlinkClick r:id="rId3"/>
              </a:rPr>
              <a:t>On-Call Rotation Best Practices: Reducing Burnout and Improving Response</a:t>
            </a:r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Google. (n.d.). </a:t>
            </a:r>
            <a:r>
              <a:rPr lang="en-US" dirty="0">
                <a:latin typeface="Aptos" panose="020B0004020202020204" pitchFamily="34" charset="0"/>
                <a:hlinkClick r:id="rId4"/>
              </a:rPr>
              <a:t>Chapter 8 - On-Call</a:t>
            </a:r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PagerDuty. (n.d.) </a:t>
            </a:r>
            <a:r>
              <a:rPr lang="en-US" dirty="0">
                <a:latin typeface="Aptos" panose="020B0004020202020204" pitchFamily="34" charset="0"/>
                <a:hlinkClick r:id="rId5"/>
              </a:rPr>
              <a:t>On-Call Rotations and Schedules</a:t>
            </a:r>
            <a:endParaRPr lang="en-US" dirty="0">
              <a:latin typeface="Aptos" panose="020B0004020202020204" pitchFamily="34" charset="0"/>
            </a:endParaRPr>
          </a:p>
          <a:p>
            <a:r>
              <a:rPr lang="en-US" dirty="0" err="1">
                <a:latin typeface="Aptos" panose="020B0004020202020204" pitchFamily="34" charset="0"/>
              </a:rPr>
              <a:t>OnPage</a:t>
            </a:r>
            <a:r>
              <a:rPr lang="en-US" dirty="0">
                <a:latin typeface="Aptos" panose="020B0004020202020204" pitchFamily="34" charset="0"/>
              </a:rPr>
              <a:t>. (April 21, 2026). </a:t>
            </a:r>
            <a:r>
              <a:rPr lang="en-US" dirty="0">
                <a:latin typeface="Aptos" panose="020B0004020202020204" pitchFamily="34" charset="0"/>
                <a:hlinkClick r:id="rId6"/>
              </a:rPr>
              <a:t>DevOps – Roles and Responsibilities</a:t>
            </a:r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Atlassian. (n.d.). </a:t>
            </a:r>
            <a:r>
              <a:rPr lang="en-US" dirty="0">
                <a:latin typeface="Aptos" panose="020B0004020202020204" pitchFamily="34" charset="0"/>
                <a:hlinkClick r:id="rId7"/>
              </a:rPr>
              <a:t>A manager’s guide to improving on-call</a:t>
            </a:r>
            <a:endParaRPr lang="en-US" dirty="0">
              <a:latin typeface="Aptos" panose="020B0004020202020204" pitchFamily="34" charset="0"/>
            </a:endParaRPr>
          </a:p>
          <a:p>
            <a:r>
              <a:rPr lang="en-US" dirty="0" err="1">
                <a:latin typeface="Aptos" panose="020B0004020202020204" pitchFamily="34" charset="0"/>
              </a:rPr>
              <a:t>Alertops</a:t>
            </a:r>
            <a:r>
              <a:rPr lang="en-US" dirty="0">
                <a:latin typeface="Aptos" panose="020B0004020202020204" pitchFamily="34" charset="0"/>
              </a:rPr>
              <a:t>. (July 12, 2019). </a:t>
            </a:r>
            <a:r>
              <a:rPr lang="en-US" dirty="0">
                <a:latin typeface="Aptos" panose="020B0004020202020204" pitchFamily="34" charset="0"/>
                <a:hlinkClick r:id="rId3"/>
              </a:rPr>
              <a:t>Best Practices for Managing On-Call Rotation (in 2025)</a:t>
            </a:r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Medium. (Feb 27, 2025). </a:t>
            </a:r>
            <a:r>
              <a:rPr lang="en-US" dirty="0">
                <a:latin typeface="Aptos" panose="020B0004020202020204" pitchFamily="34" charset="0"/>
                <a:hlinkClick r:id="rId8"/>
              </a:rPr>
              <a:t>On-Call Rotation: A  Complete Guide to Best Practices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18" name="Picture Placeholder 15" title="Decorative"/>
          <p:cNvPicPr>
            <a:picLocks noGrp="1" noChangeAspect="1"/>
          </p:cNvPicPr>
          <p:nvPr>
            <p:ph type="pic" sz="quarter" idx="17"/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885941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6">
      <a:dk1>
        <a:srgbClr val="3F3F3F"/>
      </a:dk1>
      <a:lt1>
        <a:srgbClr val="FFFFFF"/>
      </a:lt1>
      <a:dk2>
        <a:srgbClr val="000000"/>
      </a:dk2>
      <a:lt2>
        <a:srgbClr val="A5A5A5"/>
      </a:lt2>
      <a:accent1>
        <a:srgbClr val="954F72"/>
      </a:accent1>
      <a:accent2>
        <a:srgbClr val="0F3955"/>
      </a:accent2>
      <a:accent3>
        <a:srgbClr val="BBC3CD"/>
      </a:accent3>
      <a:accent4>
        <a:srgbClr val="484848"/>
      </a:accent4>
      <a:accent5>
        <a:srgbClr val="1F1F26"/>
      </a:accent5>
      <a:accent6>
        <a:srgbClr val="F2CAA2"/>
      </a:accent6>
      <a:hlink>
        <a:srgbClr val="00194C"/>
      </a:hlink>
      <a:folHlink>
        <a:srgbClr val="954F72"/>
      </a:folHlink>
    </a:clrScheme>
    <a:fontScheme name="MSFT template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ICK TO ADD TITLE" id="{634D9E51-4949-4732-B929-C29E3E42414E}" vid="{5842DBD6-7D6C-4C1A-8AA9-69FB39037E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Classic bold sophisticated presentation</Template>
  <TotalTime>228</TotalTime>
  <Words>515</Words>
  <Application>Microsoft Office PowerPoint</Application>
  <PresentationFormat>Widescreen</PresentationFormat>
  <Paragraphs>73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Slab Black</vt:lpstr>
      <vt:lpstr>Arial</vt:lpstr>
      <vt:lpstr>Calibri</vt:lpstr>
      <vt:lpstr>Calibri Light</vt:lpstr>
      <vt:lpstr>Corbel</vt:lpstr>
      <vt:lpstr>Inter</vt:lpstr>
      <vt:lpstr>Office Theme</vt:lpstr>
      <vt:lpstr>Pager Rotation Duties in DevOps</vt:lpstr>
      <vt:lpstr>PowerPoint Presentation</vt:lpstr>
      <vt:lpstr>How the Pager Rotation Works</vt:lpstr>
      <vt:lpstr>Pager Rotation Process</vt:lpstr>
      <vt:lpstr>Developers Owning Production</vt:lpstr>
      <vt:lpstr>Traditional Operations vs DevOps</vt:lpstr>
      <vt:lpstr>PowerPoint Presentation</vt:lpstr>
      <vt:lpstr>Resources: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 Morrow</dc:creator>
  <cp:lastModifiedBy>Justin Morrow</cp:lastModifiedBy>
  <cp:revision>35</cp:revision>
  <dcterms:created xsi:type="dcterms:W3CDTF">2026-07-10T00:46:31Z</dcterms:created>
  <dcterms:modified xsi:type="dcterms:W3CDTF">2026-07-10T04:38:33Z</dcterms:modified>
</cp:coreProperties>
</file>