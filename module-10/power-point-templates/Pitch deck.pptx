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85" r:id="rId5"/>
    <p:sldId id="277" r:id="rId6"/>
    <p:sldId id="261" r:id="rId7"/>
    <p:sldId id="262" r:id="rId8"/>
    <p:sldId id="263" r:id="rId9"/>
    <p:sldId id="286" r:id="rId10"/>
    <p:sldId id="287" r:id="rId11"/>
    <p:sldId id="278" r:id="rId12"/>
    <p:sldId id="266" r:id="rId13"/>
    <p:sldId id="289" r:id="rId14"/>
    <p:sldId id="268" r:id="rId15"/>
    <p:sldId id="280" r:id="rId16"/>
    <p:sldId id="291" r:id="rId17"/>
    <p:sldId id="271" r:id="rId18"/>
    <p:sldId id="281" r:id="rId19"/>
    <p:sldId id="260" r:id="rId20"/>
    <p:sldId id="282" r:id="rId21"/>
    <p:sldId id="283" r:id="rId22"/>
    <p:sldId id="284" r:id="rId23"/>
    <p:sldId id="275" r:id="rId24"/>
    <p:sldId id="29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48" userDrawn="1">
          <p15:clr>
            <a:srgbClr val="A4A3A4"/>
          </p15:clr>
        </p15:guide>
        <p15:guide id="2" pos="2664" userDrawn="1">
          <p15:clr>
            <a:srgbClr val="A4A3A4"/>
          </p15:clr>
        </p15:guide>
        <p15:guide id="3" orient="horz" pos="2664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20" y="318"/>
      </p:cViewPr>
      <p:guideLst>
        <p:guide orient="horz" pos="3648"/>
        <p:guide pos="2664"/>
        <p:guide orient="horz" pos="2664"/>
        <p:guide orient="horz" pos="326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20XX</c:v>
                </c:pt>
                <c:pt idx="1">
                  <c:v>20XX</c:v>
                </c:pt>
                <c:pt idx="2">
                  <c:v>20XX</c:v>
                </c:pt>
                <c:pt idx="3">
                  <c:v>20XX</c:v>
                </c:pt>
              </c:strCache>
            </c:strRef>
          </c:cat>
          <c:val>
            <c:numRef>
              <c:f>Sheet1!$B$2:$B$5</c:f>
              <c:numCache>
                <c:formatCode>[$$-409]#,##0</c:formatCode>
                <c:ptCount val="4"/>
                <c:pt idx="0">
                  <c:v>10000</c:v>
                </c:pt>
                <c:pt idx="1">
                  <c:v>20000</c:v>
                </c:pt>
                <c:pt idx="2">
                  <c:v>30000</c:v>
                </c:pt>
                <c:pt idx="3">
                  <c:v>40000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89-4D74-BF0D-F67388E11F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8"/>
        <c:overlap val="-3"/>
        <c:axId val="694597680"/>
        <c:axId val="694598992"/>
      </c:barChart>
      <c:catAx>
        <c:axId val="6945976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4598992"/>
        <c:crosses val="autoZero"/>
        <c:auto val="1"/>
        <c:lblAlgn val="ctr"/>
        <c:lblOffset val="100"/>
        <c:noMultiLvlLbl val="0"/>
      </c:catAx>
      <c:valAx>
        <c:axId val="694598992"/>
        <c:scaling>
          <c:orientation val="minMax"/>
          <c:max val="40000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75000"/>
                </a:schemeClr>
              </a:solidFill>
              <a:round/>
            </a:ln>
            <a:effectLst/>
          </c:spPr>
        </c:majorGridlines>
        <c:numFmt formatCode="[$$-409]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4597680"/>
        <c:crosses val="autoZero"/>
        <c:crossBetween val="between"/>
        <c:majorUnit val="1000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doughnutChart>
        <c:varyColors val="1"/>
        <c:ser>
          <c:idx val="0"/>
          <c:order val="0"/>
          <c:spPr>
            <a:ln>
              <a:noFill/>
            </a:ln>
          </c:spPr>
          <c:dPt>
            <c:idx val="0"/>
            <c:bubble3D val="0"/>
            <c:spPr>
              <a:solidFill>
                <a:schemeClr val="accent2">
                  <a:lumMod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17E-49E5-B24A-B2D998F6825F}"/>
              </c:ext>
            </c:extLst>
          </c:dPt>
          <c:dPt>
            <c:idx val="1"/>
            <c:bubble3D val="0"/>
            <c:spPr>
              <a:solidFill>
                <a:schemeClr val="accent2">
                  <a:lumMod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17E-49E5-B24A-B2D998F6825F}"/>
              </c:ext>
            </c:extLst>
          </c:dPt>
          <c:dPt>
            <c:idx val="2"/>
            <c:bubble3D val="0"/>
            <c:spPr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17E-49E5-B24A-B2D998F6825F}"/>
              </c:ext>
            </c:extLst>
          </c:dPt>
          <c:dPt>
            <c:idx val="3"/>
            <c:bubble3D val="0"/>
            <c:spPr>
              <a:solidFill>
                <a:schemeClr val="accent2">
                  <a:lumMod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617E-49E5-B24A-B2D998F6825F}"/>
              </c:ext>
            </c:extLst>
          </c:dPt>
          <c:val>
            <c:numRef>
              <c:f>Sheet1!$B$2:$B$5</c:f>
              <c:numCache>
                <c:formatCode>General</c:formatCode>
                <c:ptCount val="4"/>
                <c:pt idx="0">
                  <c:v>82000</c:v>
                </c:pt>
                <c:pt idx="1">
                  <c:v>32000</c:v>
                </c:pt>
                <c:pt idx="2">
                  <c:v>14000</c:v>
                </c:pt>
                <c:pt idx="3">
                  <c:v>12000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Sales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4"/>
                      <c:pt idx="0">
                        <c:v>Part 1</c:v>
                      </c:pt>
                      <c:pt idx="1">
                        <c:v>Part 2</c:v>
                      </c:pt>
                      <c:pt idx="2">
                        <c:v>Part 3</c:v>
                      </c:pt>
                      <c:pt idx="3">
                        <c:v>Part 4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8-617E-49E5-B24A-B2D998F682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16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doughnutChart>
        <c:varyColors val="1"/>
        <c:ser>
          <c:idx val="0"/>
          <c:order val="0"/>
          <c:spPr>
            <a:solidFill>
              <a:schemeClr val="bg1">
                <a:lumMod val="75000"/>
              </a:schemeClr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2">
                  <a:lumMod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C55-46FD-B229-87AC73A649BF}"/>
              </c:ext>
            </c:extLst>
          </c:dPt>
          <c:dPt>
            <c:idx val="1"/>
            <c:bubble3D val="0"/>
            <c:spPr>
              <a:solidFill>
                <a:schemeClr val="accent2">
                  <a:lumMod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C55-46FD-B229-87AC73A649BF}"/>
              </c:ext>
            </c:extLst>
          </c:dPt>
          <c:dPt>
            <c:idx val="2"/>
            <c:bubble3D val="0"/>
            <c:spPr>
              <a:solidFill>
                <a:schemeClr val="accent2">
                  <a:lumMod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C55-46FD-B229-87AC73A649BF}"/>
              </c:ext>
            </c:extLst>
          </c:dPt>
          <c:dPt>
            <c:idx val="3"/>
            <c:bubble3D val="0"/>
            <c:spPr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9C55-46FD-B229-87AC73A649BF}"/>
              </c:ext>
            </c:extLst>
          </c:dPt>
          <c:val>
            <c:numRef>
              <c:f>Sheet1!$B$2:$B$5</c:f>
              <c:numCache>
                <c:formatCode>General</c:formatCode>
                <c:ptCount val="4"/>
                <c:pt idx="0">
                  <c:v>82000</c:v>
                </c:pt>
                <c:pt idx="1">
                  <c:v>32000</c:v>
                </c:pt>
                <c:pt idx="2">
                  <c:v>14000</c:v>
                </c:pt>
                <c:pt idx="3">
                  <c:v>12000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Sales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4"/>
                      <c:pt idx="0">
                        <c:v>Part 1</c:v>
                      </c:pt>
                      <c:pt idx="1">
                        <c:v>Part 2</c:v>
                      </c:pt>
                      <c:pt idx="2">
                        <c:v>Part 3</c:v>
                      </c:pt>
                      <c:pt idx="3">
                        <c:v>Part 4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8-9C55-46FD-B229-87AC73A649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16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doughnutChart>
        <c:varyColors val="1"/>
        <c:ser>
          <c:idx val="0"/>
          <c:order val="0"/>
          <c:spPr>
            <a:ln>
              <a:noFill/>
            </a:ln>
          </c:spPr>
          <c:dPt>
            <c:idx val="0"/>
            <c:bubble3D val="0"/>
            <c:spPr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6600000" scaled="0"/>
              </a:gra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AE4-4350-BCB3-2A692BEA7789}"/>
              </c:ext>
            </c:extLst>
          </c:dPt>
          <c:dPt>
            <c:idx val="1"/>
            <c:bubble3D val="0"/>
            <c:spPr>
              <a:solidFill>
                <a:schemeClr val="accent2">
                  <a:lumMod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AE4-4350-BCB3-2A692BEA7789}"/>
              </c:ext>
            </c:extLst>
          </c:dPt>
          <c:dPt>
            <c:idx val="2"/>
            <c:bubble3D val="0"/>
            <c:spPr>
              <a:solidFill>
                <a:schemeClr val="accent2">
                  <a:lumMod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AE4-4350-BCB3-2A692BEA7789}"/>
              </c:ext>
            </c:extLst>
          </c:dPt>
          <c:dPt>
            <c:idx val="3"/>
            <c:bubble3D val="0"/>
            <c:spPr>
              <a:solidFill>
                <a:schemeClr val="accent2">
                  <a:lumMod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AAE4-4350-BCB3-2A692BEA7789}"/>
              </c:ext>
            </c:extLst>
          </c:dPt>
          <c:val>
            <c:numRef>
              <c:f>Sheet1!$B$2:$B$5</c:f>
              <c:numCache>
                <c:formatCode>General</c:formatCode>
                <c:ptCount val="4"/>
                <c:pt idx="0">
                  <c:v>82000</c:v>
                </c:pt>
                <c:pt idx="1">
                  <c:v>32000</c:v>
                </c:pt>
                <c:pt idx="2">
                  <c:v>14000</c:v>
                </c:pt>
                <c:pt idx="3">
                  <c:v>12000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Sales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4"/>
                      <c:pt idx="0">
                        <c:v>Part 1</c:v>
                      </c:pt>
                      <c:pt idx="1">
                        <c:v>Part 2</c:v>
                      </c:pt>
                      <c:pt idx="2">
                        <c:v>Part 3</c:v>
                      </c:pt>
                      <c:pt idx="3">
                        <c:v>Part 4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8-AAE4-4350-BCB3-2A692BEA77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16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doughnutChart>
        <c:varyColors val="1"/>
        <c:ser>
          <c:idx val="0"/>
          <c:order val="0"/>
          <c:spPr>
            <a:ln>
              <a:noFill/>
            </a:ln>
          </c:spPr>
          <c:dPt>
            <c:idx val="0"/>
            <c:bubble3D val="0"/>
            <c:spPr>
              <a:solidFill>
                <a:schemeClr val="accent2">
                  <a:lumMod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E08-4979-9D91-C3B0DC886F9B}"/>
              </c:ext>
            </c:extLst>
          </c:dPt>
          <c:dPt>
            <c:idx val="1"/>
            <c:bubble3D val="0"/>
            <c:spPr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00" scaled="0"/>
              </a:gra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E08-4979-9D91-C3B0DC886F9B}"/>
              </c:ext>
            </c:extLst>
          </c:dPt>
          <c:dPt>
            <c:idx val="2"/>
            <c:bubble3D val="0"/>
            <c:spPr>
              <a:solidFill>
                <a:schemeClr val="accent2">
                  <a:lumMod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E08-4979-9D91-C3B0DC886F9B}"/>
              </c:ext>
            </c:extLst>
          </c:dPt>
          <c:dPt>
            <c:idx val="3"/>
            <c:bubble3D val="0"/>
            <c:spPr>
              <a:solidFill>
                <a:schemeClr val="accent2">
                  <a:lumMod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E08-4979-9D91-C3B0DC886F9B}"/>
              </c:ext>
            </c:extLst>
          </c:dPt>
          <c:val>
            <c:numRef>
              <c:f>Sheet1!$B$2:$B$5</c:f>
              <c:numCache>
                <c:formatCode>General</c:formatCode>
                <c:ptCount val="4"/>
                <c:pt idx="0">
                  <c:v>82000</c:v>
                </c:pt>
                <c:pt idx="1">
                  <c:v>32000</c:v>
                </c:pt>
                <c:pt idx="2">
                  <c:v>14000</c:v>
                </c:pt>
                <c:pt idx="3">
                  <c:v>12000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Sales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4"/>
                      <c:pt idx="0">
                        <c:v>Part 1</c:v>
                      </c:pt>
                      <c:pt idx="1">
                        <c:v>Part 2</c:v>
                      </c:pt>
                      <c:pt idx="2">
                        <c:v>Part 3</c:v>
                      </c:pt>
                      <c:pt idx="3">
                        <c:v>Part 4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8-5E08-4979-9D91-C3B0DC886F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16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8D32CE2-6C64-40A5-9DAB-DD3946A432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569BD-8C5B-4110-9E60-C359DDF561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37E1B8-528F-4D87-8EBD-B843BAE2C861}" type="datetimeFigureOut">
              <a:rPr lang="en-US" smtClean="0"/>
              <a:t>7/25/2026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C05E23-8F29-4628-B4F0-7CBCB7658F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933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0E576D-777F-42E1-9739-7FD89F404092}" type="datetimeFigureOut">
              <a:rPr lang="en-US" smtClean="0"/>
              <a:t>7/25/2026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4F1A11-BB96-443E-B274-982C61AA7E0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896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6C2E115-5267-49A0-A702-59745AC649C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04479580-C1B1-4B70-875C-70152944FD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84355" y="4687178"/>
            <a:ext cx="1598515" cy="1681163"/>
          </a:xfrm>
        </p:spPr>
        <p:txBody>
          <a:bodyPr>
            <a:noAutofit/>
          </a:bodyPr>
          <a:lstStyle>
            <a:lvl1pPr marL="0" indent="0">
              <a:buNone/>
              <a:defRPr sz="15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1323CA5D-7F88-4E2C-B2E1-D03E010724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40172" y="1726672"/>
            <a:ext cx="1253665" cy="1681163"/>
          </a:xfrm>
        </p:spPr>
        <p:txBody>
          <a:bodyPr>
            <a:noAutofit/>
          </a:bodyPr>
          <a:lstStyle>
            <a:lvl1pPr marL="0" indent="0">
              <a:buNone/>
              <a:defRPr sz="15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FDFF095-F8DE-447E-A83F-BD55BD03BE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03189" y="71740"/>
            <a:ext cx="1253665" cy="1681163"/>
          </a:xfrm>
        </p:spPr>
        <p:txBody>
          <a:bodyPr>
            <a:noAutofit/>
          </a:bodyPr>
          <a:lstStyle>
            <a:lvl1pPr marL="0" indent="0">
              <a:buNone/>
              <a:defRPr sz="15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FA2755C1-A0B6-448A-BE5D-4B492BB7BB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693" y="2858632"/>
            <a:ext cx="1253665" cy="1681163"/>
          </a:xfrm>
        </p:spPr>
        <p:txBody>
          <a:bodyPr>
            <a:noAutofit/>
          </a:bodyPr>
          <a:lstStyle>
            <a:lvl1pPr marL="0" indent="0">
              <a:buNone/>
              <a:defRPr sz="15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7F3357-BDC3-43CE-89C0-05F5AB973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73216" y="3667946"/>
            <a:ext cx="9285382" cy="1277857"/>
          </a:xfrm>
        </p:spPr>
        <p:txBody>
          <a:bodyPr anchor="ctr"/>
          <a:lstStyle>
            <a:lvl1pPr algn="l">
              <a:defRPr sz="6000" cap="all" baseline="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EFD7F6-12F1-44A8-B26F-82773993F16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970418" y="5325276"/>
            <a:ext cx="3677297" cy="682094"/>
          </a:xfrm>
        </p:spPr>
        <p:txBody>
          <a:bodyPr anchor="ctr"/>
          <a:lstStyle>
            <a:lvl1pPr marL="0" indent="0" algn="l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E5B50AA-4BAC-4997-B444-E281DECD0DB4}"/>
              </a:ext>
            </a:extLst>
          </p:cNvPr>
          <p:cNvCxnSpPr>
            <a:cxnSpLocks/>
          </p:cNvCxnSpPr>
          <p:nvPr userDrawn="1"/>
        </p:nvCxnSpPr>
        <p:spPr>
          <a:xfrm>
            <a:off x="4579559" y="5744231"/>
            <a:ext cx="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2DEC412-0EF3-4D93-AF25-A2D2F5A5093A}"/>
              </a:ext>
            </a:extLst>
          </p:cNvPr>
          <p:cNvCxnSpPr>
            <a:cxnSpLocks/>
          </p:cNvCxnSpPr>
          <p:nvPr userDrawn="1"/>
        </p:nvCxnSpPr>
        <p:spPr>
          <a:xfrm>
            <a:off x="2536371" y="2017985"/>
            <a:ext cx="0" cy="153432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C2836A9-D1F4-4562-B95F-B7BF8F4713B5}"/>
              </a:ext>
            </a:extLst>
          </p:cNvPr>
          <p:cNvCxnSpPr>
            <a:cxnSpLocks/>
          </p:cNvCxnSpPr>
          <p:nvPr userDrawn="1"/>
        </p:nvCxnSpPr>
        <p:spPr>
          <a:xfrm flipH="1">
            <a:off x="4245428" y="5655432"/>
            <a:ext cx="3318888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9836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58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4A9869E4-27A3-4A22-92EA-ECD5099EC492}"/>
              </a:ext>
            </a:extLst>
          </p:cNvPr>
          <p:cNvSpPr/>
          <p:nvPr userDrawn="1"/>
        </p:nvSpPr>
        <p:spPr>
          <a:xfrm>
            <a:off x="6016886" y="0"/>
            <a:ext cx="6175114" cy="6858000"/>
          </a:xfrm>
          <a:custGeom>
            <a:avLst/>
            <a:gdLst>
              <a:gd name="connsiteX0" fmla="*/ 1341004 w 6175114"/>
              <a:gd name="connsiteY0" fmla="*/ 0 h 6858000"/>
              <a:gd name="connsiteX1" fmla="*/ 6175114 w 6175114"/>
              <a:gd name="connsiteY1" fmla="*/ 0 h 6858000"/>
              <a:gd name="connsiteX2" fmla="*/ 6175114 w 6175114"/>
              <a:gd name="connsiteY2" fmla="*/ 1753853 h 6858000"/>
              <a:gd name="connsiteX3" fmla="*/ 5820369 w 6175114"/>
              <a:gd name="connsiteY3" fmla="*/ 2196189 h 6858000"/>
              <a:gd name="connsiteX4" fmla="*/ 3753019 w 6175114"/>
              <a:gd name="connsiteY4" fmla="*/ 1432910 h 6858000"/>
              <a:gd name="connsiteX5" fmla="*/ 2496678 w 6175114"/>
              <a:gd name="connsiteY5" fmla="*/ 2275742 h 6858000"/>
              <a:gd name="connsiteX6" fmla="*/ 4071059 w 6175114"/>
              <a:gd name="connsiteY6" fmla="*/ 3452528 h 6858000"/>
              <a:gd name="connsiteX7" fmla="*/ 5359131 w 6175114"/>
              <a:gd name="connsiteY7" fmla="*/ 3977321 h 6858000"/>
              <a:gd name="connsiteX8" fmla="*/ 6026758 w 6175114"/>
              <a:gd name="connsiteY8" fmla="*/ 4302039 h 6858000"/>
              <a:gd name="connsiteX9" fmla="*/ 6175114 w 6175114"/>
              <a:gd name="connsiteY9" fmla="*/ 4397461 h 6858000"/>
              <a:gd name="connsiteX10" fmla="*/ 6175114 w 6175114"/>
              <a:gd name="connsiteY10" fmla="*/ 6858000 h 6858000"/>
              <a:gd name="connsiteX11" fmla="*/ 4869473 w 6175114"/>
              <a:gd name="connsiteY11" fmla="*/ 6858000 h 6858000"/>
              <a:gd name="connsiteX12" fmla="*/ 4856472 w 6175114"/>
              <a:gd name="connsiteY12" fmla="*/ 6790487 h 6858000"/>
              <a:gd name="connsiteX13" fmla="*/ 3419067 w 6175114"/>
              <a:gd name="connsiteY13" fmla="*/ 5837920 h 6858000"/>
              <a:gd name="connsiteX14" fmla="*/ 2099173 w 6175114"/>
              <a:gd name="connsiteY14" fmla="*/ 5265482 h 6858000"/>
              <a:gd name="connsiteX15" fmla="*/ 0 w 6175114"/>
              <a:gd name="connsiteY15" fmla="*/ 2434764 h 6858000"/>
              <a:gd name="connsiteX16" fmla="*/ 1315163 w 6175114"/>
              <a:gd name="connsiteY16" fmla="*/ 16279 h 6858000"/>
              <a:gd name="connsiteX17" fmla="*/ 1341004 w 6175114"/>
              <a:gd name="connsiteY1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6175114" h="6858000">
                <a:moveTo>
                  <a:pt x="1341004" y="0"/>
                </a:moveTo>
                <a:lnTo>
                  <a:pt x="6175114" y="0"/>
                </a:lnTo>
                <a:lnTo>
                  <a:pt x="6175114" y="1753853"/>
                </a:lnTo>
                <a:lnTo>
                  <a:pt x="5820369" y="2196189"/>
                </a:lnTo>
                <a:cubicBezTo>
                  <a:pt x="5120645" y="1703218"/>
                  <a:pt x="4405009" y="1432910"/>
                  <a:pt x="3753019" y="1432910"/>
                </a:cubicBezTo>
                <a:cubicBezTo>
                  <a:pt x="2989739" y="1432910"/>
                  <a:pt x="2496678" y="1735039"/>
                  <a:pt x="2496678" y="2275742"/>
                </a:cubicBezTo>
                <a:cubicBezTo>
                  <a:pt x="2496678" y="2880092"/>
                  <a:pt x="3148671" y="3086756"/>
                  <a:pt x="4071059" y="3452528"/>
                </a:cubicBezTo>
                <a:lnTo>
                  <a:pt x="5359131" y="3977321"/>
                </a:lnTo>
                <a:cubicBezTo>
                  <a:pt x="5600645" y="4072737"/>
                  <a:pt x="5823711" y="4180452"/>
                  <a:pt x="6026758" y="4302039"/>
                </a:cubicBezTo>
                <a:lnTo>
                  <a:pt x="6175114" y="4397461"/>
                </a:lnTo>
                <a:lnTo>
                  <a:pt x="6175114" y="6858000"/>
                </a:lnTo>
                <a:lnTo>
                  <a:pt x="4869473" y="6858000"/>
                </a:lnTo>
                <a:lnTo>
                  <a:pt x="4856472" y="6790487"/>
                </a:lnTo>
                <a:cubicBezTo>
                  <a:pt x="4737539" y="6344090"/>
                  <a:pt x="4212235" y="6157971"/>
                  <a:pt x="3419067" y="5837920"/>
                </a:cubicBezTo>
                <a:lnTo>
                  <a:pt x="2099173" y="5265482"/>
                </a:lnTo>
                <a:cubicBezTo>
                  <a:pt x="1001854" y="4836066"/>
                  <a:pt x="0" y="3929589"/>
                  <a:pt x="0" y="2434764"/>
                </a:cubicBezTo>
                <a:cubicBezTo>
                  <a:pt x="0" y="1459726"/>
                  <a:pt x="493110" y="590353"/>
                  <a:pt x="1315163" y="16279"/>
                </a:cubicBezTo>
                <a:lnTo>
                  <a:pt x="1341004" y="0"/>
                </a:lnTo>
                <a:close/>
              </a:path>
            </a:pathLst>
          </a:custGeom>
          <a:gradFill>
            <a:gsLst>
              <a:gs pos="100000">
                <a:schemeClr val="accent2"/>
              </a:gs>
              <a:gs pos="8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3917A6-AC6D-490C-947C-C8BDB0A54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9456" y="3257550"/>
            <a:ext cx="4203247" cy="743744"/>
          </a:xfrm>
        </p:spPr>
        <p:txBody>
          <a:bodyPr lIns="0" anchor="t">
            <a:noAutofit/>
          </a:bodyPr>
          <a:lstStyle>
            <a:lvl1pPr>
              <a:defRPr sz="28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2EF9B-97B0-4909-B1C8-B680035F9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456" y="4238625"/>
            <a:ext cx="4203247" cy="1800225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881D0-A955-463B-814E-4977DB443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B6947-085B-4130-82A4-5D464A42F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21287-635C-42C2-8343-AB4B83FB3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FF96520-E4CE-4EAD-8ABF-1D2297D6B3A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F3408D-E369-4A9E-ABF8-0D643DDD2F9A}"/>
              </a:ext>
            </a:extLst>
          </p:cNvPr>
          <p:cNvCxnSpPr>
            <a:cxnSpLocks/>
          </p:cNvCxnSpPr>
          <p:nvPr userDrawn="1"/>
        </p:nvCxnSpPr>
        <p:spPr>
          <a:xfrm>
            <a:off x="1121228" y="0"/>
            <a:ext cx="0" cy="30480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5781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pic 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583479E-F517-4F8A-9382-5B73D75104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16886" y="0"/>
            <a:ext cx="6175114" cy="6858000"/>
          </a:xfrm>
          <a:custGeom>
            <a:avLst/>
            <a:gdLst>
              <a:gd name="connsiteX0" fmla="*/ 1341004 w 6175114"/>
              <a:gd name="connsiteY0" fmla="*/ 0 h 6858000"/>
              <a:gd name="connsiteX1" fmla="*/ 6175114 w 6175114"/>
              <a:gd name="connsiteY1" fmla="*/ 0 h 6858000"/>
              <a:gd name="connsiteX2" fmla="*/ 6175114 w 6175114"/>
              <a:gd name="connsiteY2" fmla="*/ 1753853 h 6858000"/>
              <a:gd name="connsiteX3" fmla="*/ 5820369 w 6175114"/>
              <a:gd name="connsiteY3" fmla="*/ 2196189 h 6858000"/>
              <a:gd name="connsiteX4" fmla="*/ 3753019 w 6175114"/>
              <a:gd name="connsiteY4" fmla="*/ 1432910 h 6858000"/>
              <a:gd name="connsiteX5" fmla="*/ 2496678 w 6175114"/>
              <a:gd name="connsiteY5" fmla="*/ 2275742 h 6858000"/>
              <a:gd name="connsiteX6" fmla="*/ 4071059 w 6175114"/>
              <a:gd name="connsiteY6" fmla="*/ 3452528 h 6858000"/>
              <a:gd name="connsiteX7" fmla="*/ 5359131 w 6175114"/>
              <a:gd name="connsiteY7" fmla="*/ 3977321 h 6858000"/>
              <a:gd name="connsiteX8" fmla="*/ 6026758 w 6175114"/>
              <a:gd name="connsiteY8" fmla="*/ 4302039 h 6858000"/>
              <a:gd name="connsiteX9" fmla="*/ 6175114 w 6175114"/>
              <a:gd name="connsiteY9" fmla="*/ 4397461 h 6858000"/>
              <a:gd name="connsiteX10" fmla="*/ 6175114 w 6175114"/>
              <a:gd name="connsiteY10" fmla="*/ 6858000 h 6858000"/>
              <a:gd name="connsiteX11" fmla="*/ 4869473 w 6175114"/>
              <a:gd name="connsiteY11" fmla="*/ 6858000 h 6858000"/>
              <a:gd name="connsiteX12" fmla="*/ 4856472 w 6175114"/>
              <a:gd name="connsiteY12" fmla="*/ 6790487 h 6858000"/>
              <a:gd name="connsiteX13" fmla="*/ 3419067 w 6175114"/>
              <a:gd name="connsiteY13" fmla="*/ 5837920 h 6858000"/>
              <a:gd name="connsiteX14" fmla="*/ 2099173 w 6175114"/>
              <a:gd name="connsiteY14" fmla="*/ 5265482 h 6858000"/>
              <a:gd name="connsiteX15" fmla="*/ 0 w 6175114"/>
              <a:gd name="connsiteY15" fmla="*/ 2434764 h 6858000"/>
              <a:gd name="connsiteX16" fmla="*/ 1315163 w 6175114"/>
              <a:gd name="connsiteY16" fmla="*/ 1627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175114" h="6858000">
                <a:moveTo>
                  <a:pt x="1341004" y="0"/>
                </a:moveTo>
                <a:lnTo>
                  <a:pt x="6175114" y="0"/>
                </a:lnTo>
                <a:lnTo>
                  <a:pt x="6175114" y="1753853"/>
                </a:lnTo>
                <a:lnTo>
                  <a:pt x="5820369" y="2196189"/>
                </a:lnTo>
                <a:cubicBezTo>
                  <a:pt x="5120645" y="1703218"/>
                  <a:pt x="4405009" y="1432910"/>
                  <a:pt x="3753019" y="1432910"/>
                </a:cubicBezTo>
                <a:cubicBezTo>
                  <a:pt x="2989739" y="1432910"/>
                  <a:pt x="2496678" y="1735039"/>
                  <a:pt x="2496678" y="2275742"/>
                </a:cubicBezTo>
                <a:cubicBezTo>
                  <a:pt x="2496678" y="2880092"/>
                  <a:pt x="3148671" y="3086756"/>
                  <a:pt x="4071059" y="3452528"/>
                </a:cubicBezTo>
                <a:lnTo>
                  <a:pt x="5359131" y="3977321"/>
                </a:lnTo>
                <a:cubicBezTo>
                  <a:pt x="5600645" y="4072737"/>
                  <a:pt x="5823711" y="4180452"/>
                  <a:pt x="6026758" y="4302039"/>
                </a:cubicBezTo>
                <a:lnTo>
                  <a:pt x="6175114" y="4397461"/>
                </a:lnTo>
                <a:lnTo>
                  <a:pt x="6175114" y="6858000"/>
                </a:lnTo>
                <a:lnTo>
                  <a:pt x="4869473" y="6858000"/>
                </a:lnTo>
                <a:lnTo>
                  <a:pt x="4856472" y="6790487"/>
                </a:lnTo>
                <a:cubicBezTo>
                  <a:pt x="4737539" y="6344090"/>
                  <a:pt x="4212235" y="6157971"/>
                  <a:pt x="3419067" y="5837920"/>
                </a:cubicBezTo>
                <a:lnTo>
                  <a:pt x="2099173" y="5265482"/>
                </a:lnTo>
                <a:cubicBezTo>
                  <a:pt x="1001854" y="4836066"/>
                  <a:pt x="0" y="3929589"/>
                  <a:pt x="0" y="2434764"/>
                </a:cubicBezTo>
                <a:cubicBezTo>
                  <a:pt x="0" y="1459726"/>
                  <a:pt x="493110" y="590353"/>
                  <a:pt x="1315163" y="16279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3917A6-AC6D-490C-947C-C8BDB0A54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9456" y="3257550"/>
            <a:ext cx="4203247" cy="743744"/>
          </a:xfrm>
        </p:spPr>
        <p:txBody>
          <a:bodyPr lIns="0" anchor="t">
            <a:noAutofit/>
          </a:bodyPr>
          <a:lstStyle>
            <a:lvl1pPr>
              <a:defRPr sz="28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2EF9B-97B0-4909-B1C8-B680035F9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456" y="4238625"/>
            <a:ext cx="4203247" cy="1800225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881D0-A955-463B-814E-4977DB443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B6947-085B-4130-82A4-5D464A42F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21287-635C-42C2-8343-AB4B83FB3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FF96520-E4CE-4EAD-8ABF-1D2297D6B3A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F3408D-E369-4A9E-ABF8-0D643DDD2F9A}"/>
              </a:ext>
            </a:extLst>
          </p:cNvPr>
          <p:cNvCxnSpPr>
            <a:cxnSpLocks/>
          </p:cNvCxnSpPr>
          <p:nvPr userDrawn="1"/>
        </p:nvCxnSpPr>
        <p:spPr>
          <a:xfrm>
            <a:off x="1121228" y="0"/>
            <a:ext cx="0" cy="30480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978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34186" y="2903538"/>
            <a:ext cx="3104198" cy="345475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34141" y="3249013"/>
            <a:ext cx="3103493" cy="866401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41894" y="2903538"/>
            <a:ext cx="3104198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42223" y="3249013"/>
            <a:ext cx="3103493" cy="866401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49601" y="2903538"/>
            <a:ext cx="3104198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50305" y="3249013"/>
            <a:ext cx="3103493" cy="866401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6B45A-9FA0-4D2A-8BEF-4709BD5C1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1110286"/>
            <a:ext cx="10515600" cy="924808"/>
          </a:xfrm>
        </p:spPr>
        <p:txBody>
          <a:bodyPr lIns="0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6CB12E29-CEAA-4595-B65C-5BE0B527CD4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33811" y="4551950"/>
            <a:ext cx="3104198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9A5A9E4A-8FA1-4B1A-86F3-162A0ED25FF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33766" y="4897425"/>
            <a:ext cx="3103493" cy="866401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1656AF90-4012-4B9E-81A7-2796EE40AEA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41519" y="4551950"/>
            <a:ext cx="3104198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E34BCA93-D058-4D61-BAE5-2671E157237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641848" y="4897425"/>
            <a:ext cx="3103493" cy="866401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0BE8C5BE-9959-40C7-83C2-546EBFBC141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9226" y="4551950"/>
            <a:ext cx="3104198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FC20880-2D17-4854-A424-DED10A8A8D3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49930" y="4897425"/>
            <a:ext cx="3103493" cy="866401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87A579D-F737-4350-8205-BCA37BAFE1AB}"/>
              </a:ext>
            </a:extLst>
          </p:cNvPr>
          <p:cNvCxnSpPr>
            <a:cxnSpLocks/>
          </p:cNvCxnSpPr>
          <p:nvPr userDrawn="1"/>
        </p:nvCxnSpPr>
        <p:spPr>
          <a:xfrm>
            <a:off x="1121228" y="0"/>
            <a:ext cx="0" cy="1110286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3003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50921" y="2145859"/>
            <a:ext cx="5042568" cy="345473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50922" y="2491335"/>
            <a:ext cx="5041422" cy="540104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6B45A-9FA0-4D2A-8BEF-4709BD5C1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419184"/>
            <a:ext cx="2362200" cy="1110286"/>
          </a:xfrm>
        </p:spPr>
        <p:txBody>
          <a:bodyPr lIns="0" anchor="b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E6C37A20-957D-4B0B-AC33-7DD21D99A6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50921" y="3198051"/>
            <a:ext cx="5042568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D9C3D27C-5291-4A1A-83AC-B52D25F43D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50922" y="3543527"/>
            <a:ext cx="5041422" cy="540104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BD09685A-53BF-4E9B-BD7F-C77B60165D2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50921" y="5302434"/>
            <a:ext cx="5042568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2B757B2D-A738-401D-A78C-05475608F2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50922" y="5647910"/>
            <a:ext cx="5041422" cy="540104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AE158F00-CB9F-4C14-B6F0-47E4F701912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50921" y="4250243"/>
            <a:ext cx="5042568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07878182-5985-41C8-B69F-9DB9EC1313F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0922" y="4595719"/>
            <a:ext cx="5041422" cy="540104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F8873A5-9160-4B79-B9CB-CBE583030B0E}"/>
              </a:ext>
            </a:extLst>
          </p:cNvPr>
          <p:cNvCxnSpPr>
            <a:cxnSpLocks/>
          </p:cNvCxnSpPr>
          <p:nvPr userDrawn="1"/>
        </p:nvCxnSpPr>
        <p:spPr>
          <a:xfrm>
            <a:off x="3766456" y="-16561"/>
            <a:ext cx="0" cy="6874561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4D9D5EA-266D-4541-BA3F-22BC31AAB6AA}"/>
              </a:ext>
            </a:extLst>
          </p:cNvPr>
          <p:cNvCxnSpPr/>
          <p:nvPr userDrawn="1"/>
        </p:nvCxnSpPr>
        <p:spPr>
          <a:xfrm>
            <a:off x="-1" y="1676400"/>
            <a:ext cx="1219199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4880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, and 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A2B5F8DD-B338-48F8-9DF4-E1A31DFCB5B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2" y="0"/>
            <a:ext cx="6694955" cy="6858000"/>
          </a:xfrm>
          <a:custGeom>
            <a:avLst/>
            <a:gdLst>
              <a:gd name="connsiteX0" fmla="*/ 0 w 6694955"/>
              <a:gd name="connsiteY0" fmla="*/ 0 h 6858000"/>
              <a:gd name="connsiteX1" fmla="*/ 6694955 w 6694955"/>
              <a:gd name="connsiteY1" fmla="*/ 0 h 6858000"/>
              <a:gd name="connsiteX2" fmla="*/ 2589160 w 6694955"/>
              <a:gd name="connsiteY2" fmla="*/ 6857732 h 6858000"/>
              <a:gd name="connsiteX3" fmla="*/ 0 w 669495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94955" h="6858000">
                <a:moveTo>
                  <a:pt x="0" y="0"/>
                </a:moveTo>
                <a:lnTo>
                  <a:pt x="6694955" y="0"/>
                </a:lnTo>
                <a:lnTo>
                  <a:pt x="2589160" y="6857732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44768" y="2069658"/>
            <a:ext cx="5042568" cy="345476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44768" y="2415134"/>
            <a:ext cx="5041422" cy="540104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6B45A-9FA0-4D2A-8BEF-4709BD5C1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1633" y="690928"/>
            <a:ext cx="4501910" cy="732282"/>
          </a:xfrm>
        </p:spPr>
        <p:txBody>
          <a:bodyPr lIns="0" anchor="b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E6C37A20-957D-4B0B-AC33-7DD21D99A6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00006" y="3587638"/>
            <a:ext cx="5042568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D9C3D27C-5291-4A1A-83AC-B52D25F43D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00007" y="3933114"/>
            <a:ext cx="5041422" cy="540104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BD09685A-53BF-4E9B-BD7F-C77B60165D2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98264" y="5105618"/>
            <a:ext cx="5042568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2B757B2D-A738-401D-A78C-05475608F2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98264" y="5451094"/>
            <a:ext cx="5041422" cy="540104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642735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pic 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F5EB3F05-D570-4C10-88F4-F6BC15CF1F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-12700"/>
            <a:ext cx="7080595" cy="6870700"/>
          </a:xfrm>
          <a:custGeom>
            <a:avLst/>
            <a:gdLst>
              <a:gd name="connsiteX0" fmla="*/ 0 w 7080595"/>
              <a:gd name="connsiteY0" fmla="*/ 0 h 6870700"/>
              <a:gd name="connsiteX1" fmla="*/ 7080595 w 7080595"/>
              <a:gd name="connsiteY1" fmla="*/ 0 h 6870700"/>
              <a:gd name="connsiteX2" fmla="*/ 7080595 w 7080595"/>
              <a:gd name="connsiteY2" fmla="*/ 1883211 h 6870700"/>
              <a:gd name="connsiteX3" fmla="*/ 4515477 w 7080595"/>
              <a:gd name="connsiteY3" fmla="*/ 1883211 h 6870700"/>
              <a:gd name="connsiteX4" fmla="*/ 4515477 w 7080595"/>
              <a:gd name="connsiteY4" fmla="*/ 6870700 h 6870700"/>
              <a:gd name="connsiteX5" fmla="*/ 2269215 w 7080595"/>
              <a:gd name="connsiteY5" fmla="*/ 6870700 h 6870700"/>
              <a:gd name="connsiteX6" fmla="*/ 2269215 w 7080595"/>
              <a:gd name="connsiteY6" fmla="*/ 1883211 h 6870700"/>
              <a:gd name="connsiteX7" fmla="*/ 0 w 7080595"/>
              <a:gd name="connsiteY7" fmla="*/ 1883211 h 687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80595" h="6870700">
                <a:moveTo>
                  <a:pt x="0" y="0"/>
                </a:moveTo>
                <a:lnTo>
                  <a:pt x="7080595" y="0"/>
                </a:lnTo>
                <a:lnTo>
                  <a:pt x="7080595" y="1883211"/>
                </a:lnTo>
                <a:lnTo>
                  <a:pt x="4515477" y="1883211"/>
                </a:lnTo>
                <a:lnTo>
                  <a:pt x="4515477" y="6870700"/>
                </a:lnTo>
                <a:lnTo>
                  <a:pt x="2269215" y="6870700"/>
                </a:lnTo>
                <a:lnTo>
                  <a:pt x="2269215" y="1883211"/>
                </a:lnTo>
                <a:lnTo>
                  <a:pt x="0" y="188321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881D0-A955-463B-814E-4977DB443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B6947-085B-4130-82A4-5D464A42F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21287-635C-42C2-8343-AB4B83FB3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520-E4CE-4EAD-8ABF-1D2297D6B3A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FEA6F9E-1C21-4644-8E2A-AD5673EEA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3799" y="2318657"/>
            <a:ext cx="4203247" cy="1440996"/>
          </a:xfrm>
        </p:spPr>
        <p:txBody>
          <a:bodyPr lIns="0" anchor="b">
            <a:noAutofit/>
          </a:bodyPr>
          <a:lstStyle>
            <a:lvl1pPr>
              <a:defRPr sz="28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C1D1C8A-E829-4284-AB95-2DD0C7BAA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3799" y="4147457"/>
            <a:ext cx="4203247" cy="1532165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CC539CF-E024-420D-BFED-5F2212DA8CE3}"/>
              </a:ext>
            </a:extLst>
          </p:cNvPr>
          <p:cNvCxnSpPr>
            <a:cxnSpLocks/>
          </p:cNvCxnSpPr>
          <p:nvPr userDrawn="1"/>
        </p:nvCxnSpPr>
        <p:spPr>
          <a:xfrm>
            <a:off x="-1" y="4376058"/>
            <a:ext cx="705394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6097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A5404BE-7C49-4381-8FC0-95A496CFB4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9B922914-E333-400C-A083-27A44BE79C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50085" y="4546575"/>
            <a:ext cx="1500624" cy="1681163"/>
          </a:xfrm>
        </p:spPr>
        <p:txBody>
          <a:bodyPr>
            <a:noAutofit/>
          </a:bodyPr>
          <a:lstStyle>
            <a:lvl1pPr marL="0" indent="0">
              <a:buNone/>
              <a:defRPr sz="15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</a:t>
            </a:r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486A9052-3614-4622-A421-1D20E5B311A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77374" y="2750392"/>
            <a:ext cx="1253665" cy="1681163"/>
          </a:xfrm>
        </p:spPr>
        <p:txBody>
          <a:bodyPr>
            <a:noAutofit/>
          </a:bodyPr>
          <a:lstStyle>
            <a:lvl1pPr marL="0" indent="0">
              <a:buNone/>
              <a:defRPr sz="15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F3ADE3E-3D48-4C5D-9FE4-2D7A263158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2380" y="903514"/>
            <a:ext cx="1253665" cy="1681163"/>
          </a:xfrm>
        </p:spPr>
        <p:txBody>
          <a:bodyPr>
            <a:noAutofit/>
          </a:bodyPr>
          <a:lstStyle>
            <a:lvl1pPr marL="0" indent="0">
              <a:buNone/>
              <a:defRPr sz="15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</a:t>
            </a:r>
          </a:p>
        </p:txBody>
      </p:sp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9B49215A-DBBC-4C0F-A6A8-DFB2D54643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77374" y="897072"/>
            <a:ext cx="1253665" cy="1681163"/>
          </a:xfrm>
        </p:spPr>
        <p:txBody>
          <a:bodyPr>
            <a:noAutofit/>
          </a:bodyPr>
          <a:lstStyle>
            <a:lvl1pPr marL="0" indent="0">
              <a:buNone/>
              <a:defRPr sz="15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8BB770-F6A6-44A3-BCE1-BCCCC1E81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6143" y="5201920"/>
            <a:ext cx="5747657" cy="992505"/>
          </a:xfrm>
        </p:spPr>
        <p:txBody>
          <a:bodyPr anchor="ctr">
            <a:normAutofit/>
          </a:bodyPr>
          <a:lstStyle>
            <a:lvl1pPr>
              <a:defRPr sz="48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Graphic 8">
            <a:extLst>
              <a:ext uri="{FF2B5EF4-FFF2-40B4-BE49-F238E27FC236}">
                <a16:creationId xmlns:a16="http://schemas.microsoft.com/office/drawing/2014/main" id="{A6A04B8C-D941-483E-B669-7436C535C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565384" y="1857932"/>
            <a:ext cx="922101" cy="2445893"/>
          </a:xfrm>
          <a:custGeom>
            <a:avLst/>
            <a:gdLst>
              <a:gd name="connsiteX0" fmla="*/ 922101 w 922101"/>
              <a:gd name="connsiteY0" fmla="*/ 2615575 h 2615575"/>
              <a:gd name="connsiteX1" fmla="*/ 922101 w 922101"/>
              <a:gd name="connsiteY1" fmla="*/ 1134894 h 2615575"/>
              <a:gd name="connsiteX2" fmla="*/ 922101 w 922101"/>
              <a:gd name="connsiteY2" fmla="*/ 0 h 2615575"/>
              <a:gd name="connsiteX3" fmla="*/ 0 w 922101"/>
              <a:gd name="connsiteY3" fmla="*/ 0 h 2615575"/>
              <a:gd name="connsiteX0" fmla="*/ 922101 w 922101"/>
              <a:gd name="connsiteY0" fmla="*/ 2332208 h 2332208"/>
              <a:gd name="connsiteX1" fmla="*/ 922101 w 922101"/>
              <a:gd name="connsiteY1" fmla="*/ 1134894 h 2332208"/>
              <a:gd name="connsiteX2" fmla="*/ 922101 w 922101"/>
              <a:gd name="connsiteY2" fmla="*/ 0 h 2332208"/>
              <a:gd name="connsiteX3" fmla="*/ 0 w 922101"/>
              <a:gd name="connsiteY3" fmla="*/ 0 h 233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101" h="2332208">
                <a:moveTo>
                  <a:pt x="922101" y="2332208"/>
                </a:moveTo>
                <a:lnTo>
                  <a:pt x="922101" y="1134894"/>
                </a:lnTo>
                <a:lnTo>
                  <a:pt x="922101" y="0"/>
                </a:lnTo>
                <a:lnTo>
                  <a:pt x="0" y="0"/>
                </a:lnTo>
              </a:path>
            </a:pathLst>
          </a:custGeom>
          <a:noFill/>
          <a:ln w="19050" cap="flat">
            <a:solidFill>
              <a:srgbClr val="C3EF0C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Graphic 8">
            <a:extLst>
              <a:ext uri="{FF2B5EF4-FFF2-40B4-BE49-F238E27FC236}">
                <a16:creationId xmlns:a16="http://schemas.microsoft.com/office/drawing/2014/main" id="{7A6DC6C6-E9EB-405C-A68E-EE8EEBBCA3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45311" y="1857400"/>
            <a:ext cx="691575" cy="8866"/>
          </a:xfrm>
          <a:custGeom>
            <a:avLst/>
            <a:gdLst>
              <a:gd name="connsiteX0" fmla="*/ 691576 w 691575"/>
              <a:gd name="connsiteY0" fmla="*/ 0 h 8866"/>
              <a:gd name="connsiteX1" fmla="*/ 0 w 691575"/>
              <a:gd name="connsiteY1" fmla="*/ 0 h 8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91575" h="8866">
                <a:moveTo>
                  <a:pt x="691576" y="0"/>
                </a:moveTo>
                <a:lnTo>
                  <a:pt x="0" y="0"/>
                </a:lnTo>
              </a:path>
            </a:pathLst>
          </a:custGeom>
          <a:ln w="19050" cap="flat">
            <a:solidFill>
              <a:srgbClr val="C3EF0C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Graphic 8">
            <a:extLst>
              <a:ext uri="{FF2B5EF4-FFF2-40B4-BE49-F238E27FC236}">
                <a16:creationId xmlns:a16="http://schemas.microsoft.com/office/drawing/2014/main" id="{028B5C16-2909-487D-BE4D-A794F3BA7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565384" y="1857931"/>
            <a:ext cx="922101" cy="2573623"/>
          </a:xfrm>
          <a:custGeom>
            <a:avLst/>
            <a:gdLst>
              <a:gd name="connsiteX0" fmla="*/ 922101 w 922101"/>
              <a:gd name="connsiteY0" fmla="*/ 2615575 h 2615575"/>
              <a:gd name="connsiteX1" fmla="*/ 922101 w 922101"/>
              <a:gd name="connsiteY1" fmla="*/ 1134894 h 2615575"/>
              <a:gd name="connsiteX2" fmla="*/ 922101 w 922101"/>
              <a:gd name="connsiteY2" fmla="*/ 0 h 2615575"/>
              <a:gd name="connsiteX3" fmla="*/ 0 w 922101"/>
              <a:gd name="connsiteY3" fmla="*/ 0 h 2615575"/>
              <a:gd name="connsiteX0" fmla="*/ 922101 w 922101"/>
              <a:gd name="connsiteY0" fmla="*/ 2332208 h 2332208"/>
              <a:gd name="connsiteX1" fmla="*/ 922101 w 922101"/>
              <a:gd name="connsiteY1" fmla="*/ 1134894 h 2332208"/>
              <a:gd name="connsiteX2" fmla="*/ 922101 w 922101"/>
              <a:gd name="connsiteY2" fmla="*/ 0 h 2332208"/>
              <a:gd name="connsiteX3" fmla="*/ 0 w 922101"/>
              <a:gd name="connsiteY3" fmla="*/ 0 h 233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101" h="2332208">
                <a:moveTo>
                  <a:pt x="922101" y="2332208"/>
                </a:moveTo>
                <a:lnTo>
                  <a:pt x="922101" y="1134894"/>
                </a:lnTo>
                <a:lnTo>
                  <a:pt x="922101" y="0"/>
                </a:lnTo>
                <a:lnTo>
                  <a:pt x="0" y="0"/>
                </a:lnTo>
              </a:path>
            </a:pathLst>
          </a:custGeom>
          <a:noFill/>
          <a:ln w="19050" cap="flat">
            <a:solidFill>
              <a:srgbClr val="C3EF0C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4163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 userDrawn="1">
          <p15:clr>
            <a:srgbClr val="FBAE40"/>
          </p15:clr>
        </p15:guide>
        <p15:guide id="2" orient="horz" pos="1584" userDrawn="1">
          <p15:clr>
            <a:srgbClr val="FBAE40"/>
          </p15:clr>
        </p15:guide>
        <p15:guide id="3" orient="horz" pos="271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icons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34142" y="3971432"/>
            <a:ext cx="2941600" cy="360000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Bullet 1</a:t>
            </a:r>
            <a:endParaRPr lang="en-ZA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9809F78-EA1B-4C23-A53E-7DE8B4A6AE1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34142" y="4605832"/>
            <a:ext cx="2941600" cy="1141882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43CBE128-6D8D-4605-B225-5A34FFB1F25B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1034142" y="3048000"/>
            <a:ext cx="769486" cy="769486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7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/>
              <a:t>Click icon to add picture</a:t>
            </a:r>
            <a:endParaRPr lang="en-ZA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AA3FE14-6E13-47C9-A512-83A96F3DD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1110286"/>
            <a:ext cx="10515600" cy="924808"/>
          </a:xfrm>
        </p:spPr>
        <p:txBody>
          <a:bodyPr lIns="0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D83A9ED-5F19-4646-ADCE-C829C97154DC}"/>
              </a:ext>
            </a:extLst>
          </p:cNvPr>
          <p:cNvCxnSpPr>
            <a:cxnSpLocks/>
          </p:cNvCxnSpPr>
          <p:nvPr userDrawn="1"/>
        </p:nvCxnSpPr>
        <p:spPr>
          <a:xfrm>
            <a:off x="1121228" y="0"/>
            <a:ext cx="0" cy="1110286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6187F4BE-3AD3-4857-B0A9-A9285E52D81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706975" y="3971432"/>
            <a:ext cx="2941600" cy="360000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Bullet 1</a:t>
            </a:r>
            <a:endParaRPr lang="en-ZA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5F81158B-DA52-484D-8105-92B77E4DC46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706975" y="4605832"/>
            <a:ext cx="2941600" cy="1141882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sp>
        <p:nvSpPr>
          <p:cNvPr id="22" name="Picture Placeholder 15">
            <a:extLst>
              <a:ext uri="{FF2B5EF4-FFF2-40B4-BE49-F238E27FC236}">
                <a16:creationId xmlns:a16="http://schemas.microsoft.com/office/drawing/2014/main" id="{51CF84FA-944B-434D-A8DD-F5D8A6BD7F12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4706975" y="3048000"/>
            <a:ext cx="769486" cy="769486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7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/>
              <a:t>Click icon to add picture</a:t>
            </a:r>
            <a:endParaRPr lang="en-ZA" dirty="0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9AFDDE4E-007E-431B-937C-1B26959515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412200" y="3971432"/>
            <a:ext cx="2941600" cy="360000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Bullet 1</a:t>
            </a:r>
            <a:endParaRPr lang="en-ZA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3B096111-A95B-402E-B431-43D852C9E2A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412200" y="4605832"/>
            <a:ext cx="2941600" cy="1141882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sp>
        <p:nvSpPr>
          <p:cNvPr id="25" name="Picture Placeholder 15">
            <a:extLst>
              <a:ext uri="{FF2B5EF4-FFF2-40B4-BE49-F238E27FC236}">
                <a16:creationId xmlns:a16="http://schemas.microsoft.com/office/drawing/2014/main" id="{F07B788A-B491-4062-8710-AC0B5654D443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8412200" y="3048000"/>
            <a:ext cx="769486" cy="769486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7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/>
              <a:t>Click icon to add picture</a:t>
            </a:r>
            <a:endParaRPr lang="en-ZA" dirty="0"/>
          </a:p>
        </p:txBody>
      </p:sp>
      <p:sp>
        <p:nvSpPr>
          <p:cNvPr id="19" name="Date Placeholder 2">
            <a:extLst>
              <a:ext uri="{FF2B5EF4-FFF2-40B4-BE49-F238E27FC236}">
                <a16:creationId xmlns:a16="http://schemas.microsoft.com/office/drawing/2014/main" id="{D798BE23-D422-4EB1-A64B-24749090892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4BF2994C-9A98-4FB0-B040-0D7D4EE7DBB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26" name="Slide Number Placeholder 4">
            <a:extLst>
              <a:ext uri="{FF2B5EF4-FFF2-40B4-BE49-F238E27FC236}">
                <a16:creationId xmlns:a16="http://schemas.microsoft.com/office/drawing/2014/main" id="{96B5941B-782C-4ACF-AF36-8E21DA11A22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620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ntent with 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29EDF1B-BFF2-495C-B3B8-4EE6F48140F0}"/>
              </a:ext>
            </a:extLst>
          </p:cNvPr>
          <p:cNvSpPr/>
          <p:nvPr userDrawn="1"/>
        </p:nvSpPr>
        <p:spPr>
          <a:xfrm>
            <a:off x="8412200" y="3195400"/>
            <a:ext cx="2941600" cy="508000"/>
          </a:xfrm>
          <a:prstGeom prst="rect">
            <a:avLst/>
          </a:prstGeom>
          <a:gradFill>
            <a:gsLst>
              <a:gs pos="100000">
                <a:schemeClr val="accent2"/>
              </a:gs>
              <a:gs pos="8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9F2809-C0D4-4624-9BF4-7A5A02FC6504}"/>
              </a:ext>
            </a:extLst>
          </p:cNvPr>
          <p:cNvSpPr/>
          <p:nvPr userDrawn="1"/>
        </p:nvSpPr>
        <p:spPr>
          <a:xfrm>
            <a:off x="1034142" y="3195400"/>
            <a:ext cx="2941600" cy="508000"/>
          </a:xfrm>
          <a:prstGeom prst="rect">
            <a:avLst/>
          </a:prstGeom>
          <a:gradFill>
            <a:gsLst>
              <a:gs pos="100000">
                <a:schemeClr val="accent2"/>
              </a:gs>
              <a:gs pos="8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38AFF1-A7FF-4F75-9E57-C1827806B34E}"/>
              </a:ext>
            </a:extLst>
          </p:cNvPr>
          <p:cNvSpPr/>
          <p:nvPr userDrawn="1"/>
        </p:nvSpPr>
        <p:spPr>
          <a:xfrm>
            <a:off x="4706975" y="3195400"/>
            <a:ext cx="2941600" cy="508000"/>
          </a:xfrm>
          <a:prstGeom prst="rect">
            <a:avLst/>
          </a:prstGeom>
          <a:gradFill>
            <a:gsLst>
              <a:gs pos="100000">
                <a:schemeClr val="accent2"/>
              </a:gs>
              <a:gs pos="8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34142" y="3266159"/>
            <a:ext cx="2941600" cy="360000"/>
          </a:xfr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lang="en-US" sz="180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Title 1</a:t>
            </a:r>
            <a:endParaRPr lang="en-ZA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9809F78-EA1B-4C23-A53E-7DE8B4A6AE1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34142" y="4117103"/>
            <a:ext cx="2941600" cy="1141882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AA3FE14-6E13-47C9-A512-83A96F3DD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1110286"/>
            <a:ext cx="10515600" cy="924808"/>
          </a:xfrm>
        </p:spPr>
        <p:txBody>
          <a:bodyPr lIns="0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D83A9ED-5F19-4646-ADCE-C829C97154DC}"/>
              </a:ext>
            </a:extLst>
          </p:cNvPr>
          <p:cNvCxnSpPr>
            <a:cxnSpLocks/>
          </p:cNvCxnSpPr>
          <p:nvPr userDrawn="1"/>
        </p:nvCxnSpPr>
        <p:spPr>
          <a:xfrm>
            <a:off x="1121228" y="0"/>
            <a:ext cx="0" cy="1110286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6187F4BE-3AD3-4857-B0A9-A9285E52D81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706975" y="3266159"/>
            <a:ext cx="2941600" cy="360000"/>
          </a:xfr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lang="en-US" sz="180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Title 2</a:t>
            </a:r>
            <a:endParaRPr lang="en-ZA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5F81158B-DA52-484D-8105-92B77E4DC46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706975" y="4117103"/>
            <a:ext cx="2941600" cy="1141882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9AFDDE4E-007E-431B-937C-1B26959515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412200" y="3266159"/>
            <a:ext cx="2941600" cy="360000"/>
          </a:xfr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lang="en-US" sz="180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Title 3</a:t>
            </a:r>
            <a:endParaRPr lang="en-ZA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3B096111-A95B-402E-B431-43D852C9E2A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412200" y="4117103"/>
            <a:ext cx="2941600" cy="1141882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sp>
        <p:nvSpPr>
          <p:cNvPr id="18" name="Date Placeholder 2">
            <a:extLst>
              <a:ext uri="{FF2B5EF4-FFF2-40B4-BE49-F238E27FC236}">
                <a16:creationId xmlns:a16="http://schemas.microsoft.com/office/drawing/2014/main" id="{7EDA1598-95B9-4907-B9B9-46A0B9ACC8D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9" name="Footer Placeholder 3">
            <a:extLst>
              <a:ext uri="{FF2B5EF4-FFF2-40B4-BE49-F238E27FC236}">
                <a16:creationId xmlns:a16="http://schemas.microsoft.com/office/drawing/2014/main" id="{63AF9C34-CC92-4EDC-9D5F-1FABCEB8740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EAEA54FD-376F-4285-9684-F9DFDE0B472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367756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744A1FD-A0F1-401C-BB06-4ACCF6AA058F}"/>
              </a:ext>
            </a:extLst>
          </p:cNvPr>
          <p:cNvSpPr/>
          <p:nvPr userDrawn="1"/>
        </p:nvSpPr>
        <p:spPr>
          <a:xfrm>
            <a:off x="0" y="2"/>
            <a:ext cx="5288281" cy="6858001"/>
          </a:xfrm>
          <a:custGeom>
            <a:avLst/>
            <a:gdLst>
              <a:gd name="connsiteX0" fmla="*/ 0 w 5288281"/>
              <a:gd name="connsiteY0" fmla="*/ 0 h 6858001"/>
              <a:gd name="connsiteX1" fmla="*/ 1707378 w 5288281"/>
              <a:gd name="connsiteY1" fmla="*/ 0 h 6858001"/>
              <a:gd name="connsiteX2" fmla="*/ 1707378 w 5288281"/>
              <a:gd name="connsiteY2" fmla="*/ 1511096 h 6858001"/>
              <a:gd name="connsiteX3" fmla="*/ 5288281 w 5288281"/>
              <a:gd name="connsiteY3" fmla="*/ 1511096 h 6858001"/>
              <a:gd name="connsiteX4" fmla="*/ 5288281 w 5288281"/>
              <a:gd name="connsiteY4" fmla="*/ 3253159 h 6858001"/>
              <a:gd name="connsiteX5" fmla="*/ 1707378 w 5288281"/>
              <a:gd name="connsiteY5" fmla="*/ 3253159 h 6858001"/>
              <a:gd name="connsiteX6" fmla="*/ 1707378 w 5288281"/>
              <a:gd name="connsiteY6" fmla="*/ 5115860 h 6858001"/>
              <a:gd name="connsiteX7" fmla="*/ 5272034 w 5288281"/>
              <a:gd name="connsiteY7" fmla="*/ 5115860 h 6858001"/>
              <a:gd name="connsiteX8" fmla="*/ 5272034 w 5288281"/>
              <a:gd name="connsiteY8" fmla="*/ 6858001 h 6858001"/>
              <a:gd name="connsiteX9" fmla="*/ 0 w 5288281"/>
              <a:gd name="connsiteY9" fmla="*/ 6858001 h 6858001"/>
              <a:gd name="connsiteX10" fmla="*/ 0 w 5288281"/>
              <a:gd name="connsiteY10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281" h="6858001">
                <a:moveTo>
                  <a:pt x="0" y="0"/>
                </a:moveTo>
                <a:lnTo>
                  <a:pt x="1707378" y="0"/>
                </a:lnTo>
                <a:lnTo>
                  <a:pt x="1707378" y="1511096"/>
                </a:lnTo>
                <a:lnTo>
                  <a:pt x="5288281" y="1511096"/>
                </a:lnTo>
                <a:lnTo>
                  <a:pt x="5288281" y="3253159"/>
                </a:lnTo>
                <a:lnTo>
                  <a:pt x="1707378" y="3253159"/>
                </a:lnTo>
                <a:lnTo>
                  <a:pt x="1707378" y="5115860"/>
                </a:lnTo>
                <a:lnTo>
                  <a:pt x="5272034" y="5115860"/>
                </a:lnTo>
                <a:lnTo>
                  <a:pt x="5272034" y="6858001"/>
                </a:lnTo>
                <a:lnTo>
                  <a:pt x="0" y="685800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chemeClr val="accent2"/>
              </a:gs>
              <a:gs pos="8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B2DB8B03-EE62-48FF-8583-59DFBBEDA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3720" y="1419438"/>
            <a:ext cx="4450080" cy="924808"/>
          </a:xfrm>
        </p:spPr>
        <p:txBody>
          <a:bodyPr lIns="0" anchor="t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EAF98237-032C-4FA5-B76D-C29FB5F6FF7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366082" y="3009550"/>
            <a:ext cx="1254314" cy="360000"/>
          </a:xfrm>
        </p:spPr>
        <p:txBody>
          <a:bodyPr anchor="ctr"/>
          <a:lstStyle>
            <a:lvl1pPr marL="0" indent="0" algn="l">
              <a:buFont typeface="Arial" panose="020B0604020202020204" pitchFamily="34" charset="0"/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Bullet 1</a:t>
            </a:r>
            <a:endParaRPr lang="en-ZA"/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44353DAE-0553-4AB4-8929-C4F0C1424E1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366082" y="4017086"/>
            <a:ext cx="1254314" cy="360000"/>
          </a:xfrm>
        </p:spPr>
        <p:txBody>
          <a:bodyPr anchor="ctr"/>
          <a:lstStyle>
            <a:lvl1pPr marL="0" indent="0" algn="l">
              <a:buFont typeface="Arial" panose="020B0604020202020204" pitchFamily="34" charset="0"/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Bullet 1</a:t>
            </a:r>
            <a:endParaRPr lang="en-ZA"/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9651CB4B-B007-4E99-9371-20279E8FF7B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366082" y="4957948"/>
            <a:ext cx="1254314" cy="360000"/>
          </a:xfrm>
        </p:spPr>
        <p:txBody>
          <a:bodyPr anchor="ctr"/>
          <a:lstStyle>
            <a:lvl1pPr marL="0" indent="0" algn="l">
              <a:buFont typeface="Arial" panose="020B0604020202020204" pitchFamily="34" charset="0"/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Bullet 1</a:t>
            </a:r>
            <a:endParaRPr lang="en-ZA"/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C0437717-0C1B-4589-AEF7-D8E934F4119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903720" y="2816574"/>
            <a:ext cx="561421" cy="627254"/>
          </a:xfrm>
        </p:spPr>
        <p:txBody>
          <a:bodyPr anchor="ctr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en-US" sz="4400" b="1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#</a:t>
            </a:r>
            <a:endParaRPr lang="en-ZA"/>
          </a:p>
        </p:txBody>
      </p:sp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BE01B6B4-5A67-4429-A312-A531EC3BF42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903720" y="3805802"/>
            <a:ext cx="561421" cy="627254"/>
          </a:xfrm>
        </p:spPr>
        <p:txBody>
          <a:bodyPr anchor="ctr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en-US" sz="4400" b="1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#</a:t>
            </a:r>
            <a:endParaRPr lang="en-ZA"/>
          </a:p>
        </p:txBody>
      </p:sp>
      <p:sp>
        <p:nvSpPr>
          <p:cNvPr id="40" name="Text Placeholder 8">
            <a:extLst>
              <a:ext uri="{FF2B5EF4-FFF2-40B4-BE49-F238E27FC236}">
                <a16:creationId xmlns:a16="http://schemas.microsoft.com/office/drawing/2014/main" id="{1673722D-82CF-4D94-9D83-D95A8DE5ACE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903721" y="4795030"/>
            <a:ext cx="561421" cy="627254"/>
          </a:xfrm>
        </p:spPr>
        <p:txBody>
          <a:bodyPr anchor="ctr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en-US" sz="4400" b="1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#</a:t>
            </a:r>
            <a:endParaRPr lang="en-ZA"/>
          </a:p>
        </p:txBody>
      </p:sp>
      <p:sp>
        <p:nvSpPr>
          <p:cNvPr id="41" name="Text Placeholder 18">
            <a:extLst>
              <a:ext uri="{FF2B5EF4-FFF2-40B4-BE49-F238E27FC236}">
                <a16:creationId xmlns:a16="http://schemas.microsoft.com/office/drawing/2014/main" id="{05767D4F-E20C-4F37-B411-A7F221B6A8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29106" y="3058998"/>
            <a:ext cx="2427514" cy="715169"/>
          </a:xfrm>
        </p:spPr>
        <p:txBody>
          <a:bodyPr lIns="0" anchor="t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2" name="Text Placeholder 18">
            <a:extLst>
              <a:ext uri="{FF2B5EF4-FFF2-40B4-BE49-F238E27FC236}">
                <a16:creationId xmlns:a16="http://schemas.microsoft.com/office/drawing/2014/main" id="{BB90A96A-A614-41C0-9759-F6C15AE6806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629106" y="4069174"/>
            <a:ext cx="2427514" cy="715169"/>
          </a:xfrm>
        </p:spPr>
        <p:txBody>
          <a:bodyPr lIns="0" anchor="t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3" name="Text Placeholder 18">
            <a:extLst>
              <a:ext uri="{FF2B5EF4-FFF2-40B4-BE49-F238E27FC236}">
                <a16:creationId xmlns:a16="http://schemas.microsoft.com/office/drawing/2014/main" id="{983AE7FC-57B1-4AB3-8EAA-A85904DBBE9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629106" y="5011206"/>
            <a:ext cx="2427514" cy="715169"/>
          </a:xfrm>
        </p:spPr>
        <p:txBody>
          <a:bodyPr lIns="0" anchor="t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Date Placeholder 1">
            <a:extLst>
              <a:ext uri="{FF2B5EF4-FFF2-40B4-BE49-F238E27FC236}">
                <a16:creationId xmlns:a16="http://schemas.microsoft.com/office/drawing/2014/main" id="{8AECD175-60EB-459F-BA4C-8E4DE7BC01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1/7/20XX</a:t>
            </a: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2180FF4C-4A98-4E30-B414-026CEECAE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17" name="Slide Number Placeholder 7">
            <a:extLst>
              <a:ext uri="{FF2B5EF4-FFF2-40B4-BE49-F238E27FC236}">
                <a16:creationId xmlns:a16="http://schemas.microsoft.com/office/drawing/2014/main" id="{9498BBC0-E864-44E0-8C60-D13DC062B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FF96520-E4CE-4EAD-8ABF-1D2297D6B3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310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pic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1FBFD526-F385-422D-A7A7-BCE72D8141B2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0" y="3"/>
            <a:ext cx="5288281" cy="6857999"/>
          </a:xfrm>
          <a:custGeom>
            <a:avLst/>
            <a:gdLst>
              <a:gd name="connsiteX0" fmla="*/ 0 w 5288281"/>
              <a:gd name="connsiteY0" fmla="*/ 0 h 6857999"/>
              <a:gd name="connsiteX1" fmla="*/ 1707378 w 5288281"/>
              <a:gd name="connsiteY1" fmla="*/ 0 h 6857999"/>
              <a:gd name="connsiteX2" fmla="*/ 1707378 w 5288281"/>
              <a:gd name="connsiteY2" fmla="*/ 1511096 h 6857999"/>
              <a:gd name="connsiteX3" fmla="*/ 5288281 w 5288281"/>
              <a:gd name="connsiteY3" fmla="*/ 1511096 h 6857999"/>
              <a:gd name="connsiteX4" fmla="*/ 5288281 w 5288281"/>
              <a:gd name="connsiteY4" fmla="*/ 3253159 h 6857999"/>
              <a:gd name="connsiteX5" fmla="*/ 1707378 w 5288281"/>
              <a:gd name="connsiteY5" fmla="*/ 3253159 h 6857999"/>
              <a:gd name="connsiteX6" fmla="*/ 1707378 w 5288281"/>
              <a:gd name="connsiteY6" fmla="*/ 5115860 h 6857999"/>
              <a:gd name="connsiteX7" fmla="*/ 5272034 w 5288281"/>
              <a:gd name="connsiteY7" fmla="*/ 5115860 h 6857999"/>
              <a:gd name="connsiteX8" fmla="*/ 5272034 w 5288281"/>
              <a:gd name="connsiteY8" fmla="*/ 6857999 h 6857999"/>
              <a:gd name="connsiteX9" fmla="*/ 0 w 5288281"/>
              <a:gd name="connsiteY9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288281" h="6857999">
                <a:moveTo>
                  <a:pt x="0" y="0"/>
                </a:moveTo>
                <a:lnTo>
                  <a:pt x="1707378" y="0"/>
                </a:lnTo>
                <a:lnTo>
                  <a:pt x="1707378" y="1511096"/>
                </a:lnTo>
                <a:lnTo>
                  <a:pt x="5288281" y="1511096"/>
                </a:lnTo>
                <a:lnTo>
                  <a:pt x="5288281" y="3253159"/>
                </a:lnTo>
                <a:lnTo>
                  <a:pt x="1707378" y="3253159"/>
                </a:lnTo>
                <a:lnTo>
                  <a:pt x="1707378" y="5115860"/>
                </a:lnTo>
                <a:lnTo>
                  <a:pt x="5272034" y="5115860"/>
                </a:lnTo>
                <a:lnTo>
                  <a:pt x="5272034" y="6857999"/>
                </a:lnTo>
                <a:lnTo>
                  <a:pt x="0" y="685799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B2DB8B03-EE62-48FF-8583-59DFBBEDA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3720" y="1419438"/>
            <a:ext cx="4450080" cy="924808"/>
          </a:xfrm>
        </p:spPr>
        <p:txBody>
          <a:bodyPr lIns="0" anchor="t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EAF98237-032C-4FA5-B76D-C29FB5F6FF7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366082" y="3009550"/>
            <a:ext cx="1254314" cy="360000"/>
          </a:xfrm>
        </p:spPr>
        <p:txBody>
          <a:bodyPr anchor="ctr"/>
          <a:lstStyle>
            <a:lvl1pPr marL="0" indent="0" algn="l">
              <a:buFont typeface="Arial" panose="020B0604020202020204" pitchFamily="34" charset="0"/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Bullet 1</a:t>
            </a:r>
            <a:endParaRPr lang="en-ZA"/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44353DAE-0553-4AB4-8929-C4F0C1424E1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366082" y="4017086"/>
            <a:ext cx="1254314" cy="360000"/>
          </a:xfrm>
        </p:spPr>
        <p:txBody>
          <a:bodyPr anchor="ctr"/>
          <a:lstStyle>
            <a:lvl1pPr marL="0" indent="0" algn="l">
              <a:buFont typeface="Arial" panose="020B0604020202020204" pitchFamily="34" charset="0"/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Bullet 1</a:t>
            </a:r>
            <a:endParaRPr lang="en-ZA"/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9651CB4B-B007-4E99-9371-20279E8FF7B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366082" y="4957948"/>
            <a:ext cx="1254314" cy="360000"/>
          </a:xfrm>
        </p:spPr>
        <p:txBody>
          <a:bodyPr anchor="ctr"/>
          <a:lstStyle>
            <a:lvl1pPr marL="0" indent="0" algn="l">
              <a:buFont typeface="Arial" panose="020B0604020202020204" pitchFamily="34" charset="0"/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Bullet 1</a:t>
            </a:r>
            <a:endParaRPr lang="en-ZA"/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C0437717-0C1B-4589-AEF7-D8E934F4119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903720" y="2816574"/>
            <a:ext cx="561421" cy="627254"/>
          </a:xfrm>
        </p:spPr>
        <p:txBody>
          <a:bodyPr anchor="ctr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en-US" sz="4400" b="1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#</a:t>
            </a:r>
            <a:endParaRPr lang="en-ZA"/>
          </a:p>
        </p:txBody>
      </p:sp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BE01B6B4-5A67-4429-A312-A531EC3BF42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903720" y="3805802"/>
            <a:ext cx="561421" cy="627254"/>
          </a:xfrm>
        </p:spPr>
        <p:txBody>
          <a:bodyPr anchor="ctr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en-US" sz="4400" b="1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#</a:t>
            </a:r>
            <a:endParaRPr lang="en-ZA"/>
          </a:p>
        </p:txBody>
      </p:sp>
      <p:sp>
        <p:nvSpPr>
          <p:cNvPr id="40" name="Text Placeholder 8">
            <a:extLst>
              <a:ext uri="{FF2B5EF4-FFF2-40B4-BE49-F238E27FC236}">
                <a16:creationId xmlns:a16="http://schemas.microsoft.com/office/drawing/2014/main" id="{1673722D-82CF-4D94-9D83-D95A8DE5ACE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903721" y="4795030"/>
            <a:ext cx="561421" cy="627254"/>
          </a:xfrm>
        </p:spPr>
        <p:txBody>
          <a:bodyPr anchor="ctr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en-US" sz="4400" b="1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#</a:t>
            </a:r>
            <a:endParaRPr lang="en-ZA"/>
          </a:p>
        </p:txBody>
      </p:sp>
      <p:sp>
        <p:nvSpPr>
          <p:cNvPr id="41" name="Text Placeholder 18">
            <a:extLst>
              <a:ext uri="{FF2B5EF4-FFF2-40B4-BE49-F238E27FC236}">
                <a16:creationId xmlns:a16="http://schemas.microsoft.com/office/drawing/2014/main" id="{05767D4F-E20C-4F37-B411-A7F221B6A8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29106" y="3074238"/>
            <a:ext cx="2427514" cy="715169"/>
          </a:xfrm>
        </p:spPr>
        <p:txBody>
          <a:bodyPr lIns="0" anchor="t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2" name="Text Placeholder 18">
            <a:extLst>
              <a:ext uri="{FF2B5EF4-FFF2-40B4-BE49-F238E27FC236}">
                <a16:creationId xmlns:a16="http://schemas.microsoft.com/office/drawing/2014/main" id="{BB90A96A-A614-41C0-9759-F6C15AE6806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629106" y="4074889"/>
            <a:ext cx="2427514" cy="715169"/>
          </a:xfrm>
        </p:spPr>
        <p:txBody>
          <a:bodyPr lIns="0" anchor="t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3" name="Text Placeholder 18">
            <a:extLst>
              <a:ext uri="{FF2B5EF4-FFF2-40B4-BE49-F238E27FC236}">
                <a16:creationId xmlns:a16="http://schemas.microsoft.com/office/drawing/2014/main" id="{983AE7FC-57B1-4AB3-8EAA-A85904DBBE9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629106" y="5016921"/>
            <a:ext cx="2427514" cy="715169"/>
          </a:xfrm>
        </p:spPr>
        <p:txBody>
          <a:bodyPr lIns="0" anchor="t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Date Placeholder 1">
            <a:extLst>
              <a:ext uri="{FF2B5EF4-FFF2-40B4-BE49-F238E27FC236}">
                <a16:creationId xmlns:a16="http://schemas.microsoft.com/office/drawing/2014/main" id="{8AECD175-60EB-459F-BA4C-8E4DE7BC01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1/7/20XX</a:t>
            </a: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2180FF4C-4A98-4E30-B414-026CEECAE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17" name="Slide Number Placeholder 7">
            <a:extLst>
              <a:ext uri="{FF2B5EF4-FFF2-40B4-BE49-F238E27FC236}">
                <a16:creationId xmlns:a16="http://schemas.microsoft.com/office/drawing/2014/main" id="{9498BBC0-E864-44E0-8C60-D13DC062B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FF96520-E4CE-4EAD-8ABF-1D2297D6B3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290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4F48E-4E21-421F-A044-1D5C607BF7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429000"/>
            <a:ext cx="4114797" cy="2747962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200"/>
            </a:lvl1pPr>
            <a:lvl2pPr marL="457200" indent="0">
              <a:lnSpc>
                <a:spcPct val="150000"/>
              </a:lnSpc>
              <a:buNone/>
              <a:defRPr sz="1200"/>
            </a:lvl2pPr>
            <a:lvl3pPr marL="914400" indent="0">
              <a:lnSpc>
                <a:spcPct val="150000"/>
              </a:lnSpc>
              <a:buNone/>
              <a:defRPr sz="1200"/>
            </a:lvl3pPr>
            <a:lvl4pPr marL="1371600" indent="0">
              <a:lnSpc>
                <a:spcPct val="150000"/>
              </a:lnSpc>
              <a:buNone/>
              <a:defRPr sz="1200"/>
            </a:lvl4pPr>
            <a:lvl5pPr marL="1828800" indent="0">
              <a:lnSpc>
                <a:spcPct val="150000"/>
              </a:lnSpc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C70E23-CF91-4792-9B98-182E6804B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39003" y="3429000"/>
            <a:ext cx="4114797" cy="2747962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200"/>
            </a:lvl1pPr>
            <a:lvl2pPr marL="457200" indent="0">
              <a:lnSpc>
                <a:spcPct val="150000"/>
              </a:lnSpc>
              <a:buNone/>
              <a:defRPr sz="1200"/>
            </a:lvl2pPr>
            <a:lvl3pPr marL="914400" indent="0">
              <a:lnSpc>
                <a:spcPct val="150000"/>
              </a:lnSpc>
              <a:buNone/>
              <a:defRPr sz="1200"/>
            </a:lvl3pPr>
            <a:lvl4pPr marL="1371600" indent="0">
              <a:lnSpc>
                <a:spcPct val="150000"/>
              </a:lnSpc>
              <a:buNone/>
              <a:defRPr sz="1200"/>
            </a:lvl4pPr>
            <a:lvl5pPr marL="1828800" indent="0">
              <a:lnSpc>
                <a:spcPct val="150000"/>
              </a:lnSpc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5A2875-2896-4182-BA30-FB502AC98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2769E-89D2-4868-B2CF-A0759A62C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500" y="6356350"/>
            <a:ext cx="876300" cy="365125"/>
          </a:xfrm>
        </p:spPr>
        <p:txBody>
          <a:bodyPr/>
          <a:lstStyle/>
          <a:p>
            <a:fld id="{9FF96520-E4CE-4EAD-8ABF-1D2297D6B3A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0011F19-A2C9-4F67-A7F1-592B85FFB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670094"/>
            <a:ext cx="10134601" cy="924808"/>
          </a:xfrm>
        </p:spPr>
        <p:txBody>
          <a:bodyPr lIns="0">
            <a:normAutofit/>
          </a:bodyPr>
          <a:lstStyle>
            <a:lvl1pPr algn="ctr"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C8CFDC-095C-4312-A01D-7430D1FEAA6F}"/>
              </a:ext>
            </a:extLst>
          </p:cNvPr>
          <p:cNvCxnSpPr>
            <a:cxnSpLocks/>
          </p:cNvCxnSpPr>
          <p:nvPr userDrawn="1"/>
        </p:nvCxnSpPr>
        <p:spPr>
          <a:xfrm>
            <a:off x="6096000" y="2603500"/>
            <a:ext cx="0" cy="42545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DE385DE-9334-4CED-AD7E-F63A320B0512}"/>
              </a:ext>
            </a:extLst>
          </p:cNvPr>
          <p:cNvSpPr/>
          <p:nvPr userDrawn="1"/>
        </p:nvSpPr>
        <p:spPr>
          <a:xfrm>
            <a:off x="0" y="2324100"/>
            <a:ext cx="12192000" cy="633411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11839B3-0E6A-4750-8862-3A55B0FEF98F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38201" y="2413000"/>
            <a:ext cx="4114795" cy="493710"/>
          </a:xfrm>
        </p:spPr>
        <p:txBody>
          <a:bodyPr anchor="ctr">
            <a:normAutofit/>
          </a:bodyPr>
          <a:lstStyle>
            <a:lvl1pPr marL="0" indent="0" algn="ctr">
              <a:buNone/>
              <a:defRPr lang="en-US" sz="180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72DA832-BD58-447B-A20E-EA3A7F4EAFF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7239003" y="2413000"/>
            <a:ext cx="4114797" cy="493710"/>
          </a:xfrm>
        </p:spPr>
        <p:txBody>
          <a:bodyPr anchor="ctr">
            <a:normAutofit/>
          </a:bodyPr>
          <a:lstStyle>
            <a:lvl1pPr marL="0" indent="0" algn="ctr">
              <a:buNone/>
              <a:defRPr lang="en-US" sz="180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7">
            <a:extLst>
              <a:ext uri="{FF2B5EF4-FFF2-40B4-BE49-F238E27FC236}">
                <a16:creationId xmlns:a16="http://schemas.microsoft.com/office/drawing/2014/main" id="{64EBCEB5-BD23-4BD0-BB31-DF6A631D5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2" y="6356350"/>
            <a:ext cx="3038469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Pitch deck</a:t>
            </a:r>
          </a:p>
        </p:txBody>
      </p:sp>
    </p:spTree>
    <p:extLst>
      <p:ext uri="{BB962C8B-B14F-4D97-AF65-F5344CB8AC3E}">
        <p14:creationId xmlns:p14="http://schemas.microsoft.com/office/powerpoint/2010/main" val="33484456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etition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E76CB6B-E48D-49FA-A36C-98878AB0E7F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2517" y="2223604"/>
            <a:ext cx="1706965" cy="4920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F1CA126-9F84-4C4B-B151-A3A077A699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2517" y="5341910"/>
            <a:ext cx="1706965" cy="4920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2650AAA1-F5D4-4E6B-91D8-AE61EC80CC3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73118" y="3783794"/>
            <a:ext cx="1380681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A2136F4F-C083-4F81-9423-DA5AB6FF831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38732" y="3012526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3616F84A-5C41-4B51-8AB4-871B4F6269B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75224" y="4332980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DF3243C3-2087-4511-8AEF-F2AD3AAAD2E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37747" y="4507451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7454239F-0277-4DD7-9B14-100256CC01C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52714" y="4194908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35EA0A99-2430-4C80-9F45-30EBA0FDC6F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01857" y="5068793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5D92E8AA-5FA6-4CCB-8151-93DE898BCE5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34142" y="3783794"/>
            <a:ext cx="1393863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94DB595-CEA6-4C9E-BADE-5D339856E598}"/>
              </a:ext>
            </a:extLst>
          </p:cNvPr>
          <p:cNvCxnSpPr>
            <a:cxnSpLocks/>
            <a:stCxn id="23" idx="3"/>
            <a:endCxn id="17" idx="1"/>
          </p:cNvCxnSpPr>
          <p:nvPr userDrawn="1"/>
        </p:nvCxnSpPr>
        <p:spPr>
          <a:xfrm>
            <a:off x="2428005" y="4029807"/>
            <a:ext cx="7545113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8E3BBCF-EA1D-43EC-A7F5-C802C56CDC45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743597"/>
            <a:ext cx="0" cy="2598313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9E596B24-11E1-4D75-BA3E-221B141724F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39963" y="2611626"/>
            <a:ext cx="1706965" cy="10485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 cap="all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E236B864-3B68-4612-A886-3D11ABB9D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1110286"/>
            <a:ext cx="10319657" cy="924808"/>
          </a:xfrm>
        </p:spPr>
        <p:txBody>
          <a:bodyPr lIns="0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61BDD34-B66B-4A20-A67F-9B416A8EC4E1}"/>
              </a:ext>
            </a:extLst>
          </p:cNvPr>
          <p:cNvCxnSpPr>
            <a:cxnSpLocks/>
          </p:cNvCxnSpPr>
          <p:nvPr userDrawn="1"/>
        </p:nvCxnSpPr>
        <p:spPr>
          <a:xfrm>
            <a:off x="1121228" y="0"/>
            <a:ext cx="0" cy="1110286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Date Placeholder 1">
            <a:extLst>
              <a:ext uri="{FF2B5EF4-FFF2-40B4-BE49-F238E27FC236}">
                <a16:creationId xmlns:a16="http://schemas.microsoft.com/office/drawing/2014/main" id="{1DE18163-6376-4B1D-A89C-8F9BCDCF88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1/7/20XX</a:t>
            </a:r>
          </a:p>
        </p:txBody>
      </p:sp>
      <p:sp>
        <p:nvSpPr>
          <p:cNvPr id="30" name="Footer Placeholder 2">
            <a:extLst>
              <a:ext uri="{FF2B5EF4-FFF2-40B4-BE49-F238E27FC236}">
                <a16:creationId xmlns:a16="http://schemas.microsoft.com/office/drawing/2014/main" id="{D5ECCB96-A4EB-4B3D-BAC9-C900548A5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31" name="Slide Number Placeholder 7">
            <a:extLst>
              <a:ext uri="{FF2B5EF4-FFF2-40B4-BE49-F238E27FC236}">
                <a16:creationId xmlns:a16="http://schemas.microsoft.com/office/drawing/2014/main" id="{03F1B24E-7E6A-46B2-9584-F1EB85FA8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FF96520-E4CE-4EAD-8ABF-1D2297D6B3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3478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a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57335" y="1822008"/>
            <a:ext cx="3295186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57335" y="2167484"/>
            <a:ext cx="3294437" cy="540104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E6C37A20-957D-4B0B-AC33-7DD21D99A6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80795" y="3339988"/>
            <a:ext cx="3295186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D9C3D27C-5291-4A1A-83AC-B52D25F43D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080795" y="3685464"/>
            <a:ext cx="3294437" cy="540104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BD09685A-53BF-4E9B-BD7F-C77B60165D2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31710" y="4857968"/>
            <a:ext cx="3295186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2B757B2D-A738-401D-A78C-05475608F2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31710" y="5203444"/>
            <a:ext cx="3294437" cy="540104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74844B5-3E4A-4209-AD6C-31EB9B57D62E}"/>
              </a:ext>
            </a:extLst>
          </p:cNvPr>
          <p:cNvCxnSpPr>
            <a:cxnSpLocks/>
          </p:cNvCxnSpPr>
          <p:nvPr userDrawn="1"/>
        </p:nvCxnSpPr>
        <p:spPr>
          <a:xfrm flipV="1">
            <a:off x="4369950" y="805543"/>
            <a:ext cx="3648352" cy="6052189"/>
          </a:xfrm>
          <a:prstGeom prst="straightConnector1">
            <a:avLst/>
          </a:prstGeom>
          <a:ln w="1905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1519057B-4248-4880-A89E-5DCBBB157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1110286"/>
            <a:ext cx="10319657" cy="924808"/>
          </a:xfrm>
        </p:spPr>
        <p:txBody>
          <a:bodyPr lIns="0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760112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7A5A-4225-417D-92C6-1C9A16E37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4F48E-4E21-421F-A044-1D5C607BF7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C70E23-CF91-4792-9B98-182E6804B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5A2875-2896-4182-BA30-FB502AC98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9BA8EE-BF3B-4E61-9241-4BC605B36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2769E-89D2-4868-B2CF-A0759A62C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520-E4CE-4EAD-8ABF-1D2297D6B3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402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1C53D-85FC-41D8-9A69-F4734072C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4142" y="2046288"/>
            <a:ext cx="5544458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7446CE-03E2-409B-B8EF-7C188C1E6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4142" y="3162300"/>
            <a:ext cx="5544458" cy="30273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F4FC59-2ADF-4A3F-BBF9-07FF022209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240588" y="2046288"/>
            <a:ext cx="4114800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7F889E-7C42-4396-AEE8-7B337AFAF1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40588" y="3162300"/>
            <a:ext cx="4114800" cy="30273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3D57D1-26E8-4CE2-AAA6-482AA55FC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24918E-7FEA-4406-B5C4-9CA22363D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15B8D0-7EB3-42DC-AD4D-51B34268A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520-E4CE-4EAD-8ABF-1D2297D6B3A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FF7DCBA-487E-4B33-BB90-0DADF952C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1110286"/>
            <a:ext cx="10319657" cy="924808"/>
          </a:xfrm>
        </p:spPr>
        <p:txBody>
          <a:bodyPr lIns="0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79E440-088D-4C5E-AE96-53292A60A147}"/>
              </a:ext>
            </a:extLst>
          </p:cNvPr>
          <p:cNvCxnSpPr>
            <a:cxnSpLocks/>
          </p:cNvCxnSpPr>
          <p:nvPr userDrawn="1"/>
        </p:nvCxnSpPr>
        <p:spPr>
          <a:xfrm>
            <a:off x="1121228" y="0"/>
            <a:ext cx="0" cy="1110286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12513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Placeholder 10">
            <a:extLst>
              <a:ext uri="{FF2B5EF4-FFF2-40B4-BE49-F238E27FC236}">
                <a16:creationId xmlns:a16="http://schemas.microsoft.com/office/drawing/2014/main" id="{0725E520-0935-477C-B878-46FB86CBC8F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Year</a:t>
            </a:r>
            <a:endParaRPr lang="en-ZA"/>
          </a:p>
        </p:txBody>
      </p:sp>
      <p:sp>
        <p:nvSpPr>
          <p:cNvPr id="66" name="Text Placeholder 10">
            <a:extLst>
              <a:ext uri="{FF2B5EF4-FFF2-40B4-BE49-F238E27FC236}">
                <a16:creationId xmlns:a16="http://schemas.microsoft.com/office/drawing/2014/main" id="{0BAB839B-C0B3-49D9-93B1-5D319192733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67" name="Text Placeholder 10">
            <a:extLst>
              <a:ext uri="{FF2B5EF4-FFF2-40B4-BE49-F238E27FC236}">
                <a16:creationId xmlns:a16="http://schemas.microsoft.com/office/drawing/2014/main" id="{F2891C81-643F-4485-8878-D983E698517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68" name="Text Placeholder 10">
            <a:extLst>
              <a:ext uri="{FF2B5EF4-FFF2-40B4-BE49-F238E27FC236}">
                <a16:creationId xmlns:a16="http://schemas.microsoft.com/office/drawing/2014/main" id="{E53DAE78-3159-4EB0-A438-9144A5933AF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69" name="Text Placeholder 10">
            <a:extLst>
              <a:ext uri="{FF2B5EF4-FFF2-40B4-BE49-F238E27FC236}">
                <a16:creationId xmlns:a16="http://schemas.microsoft.com/office/drawing/2014/main" id="{BA1CD986-472B-4D31-8623-F00075A77C8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70" name="Text Placeholder 10">
            <a:extLst>
              <a:ext uri="{FF2B5EF4-FFF2-40B4-BE49-F238E27FC236}">
                <a16:creationId xmlns:a16="http://schemas.microsoft.com/office/drawing/2014/main" id="{82A9BEA6-0392-4EE3-96F2-A3F13734A96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Year</a:t>
            </a:r>
            <a:endParaRPr lang="en-ZA"/>
          </a:p>
        </p:txBody>
      </p:sp>
      <p:sp>
        <p:nvSpPr>
          <p:cNvPr id="71" name="Text Placeholder 10">
            <a:extLst>
              <a:ext uri="{FF2B5EF4-FFF2-40B4-BE49-F238E27FC236}">
                <a16:creationId xmlns:a16="http://schemas.microsoft.com/office/drawing/2014/main" id="{9619E248-6E4E-465E-81BF-9E47CC80A99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72" name="Text Placeholder 10">
            <a:extLst>
              <a:ext uri="{FF2B5EF4-FFF2-40B4-BE49-F238E27FC236}">
                <a16:creationId xmlns:a16="http://schemas.microsoft.com/office/drawing/2014/main" id="{13DAD327-1BD3-4303-8DAD-ECA2C354252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73" name="Text Placeholder 10">
            <a:extLst>
              <a:ext uri="{FF2B5EF4-FFF2-40B4-BE49-F238E27FC236}">
                <a16:creationId xmlns:a16="http://schemas.microsoft.com/office/drawing/2014/main" id="{275CD065-10DF-4ACE-837B-F9FB8B6AD92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74" name="Text Placeholder 10">
            <a:extLst>
              <a:ext uri="{FF2B5EF4-FFF2-40B4-BE49-F238E27FC236}">
                <a16:creationId xmlns:a16="http://schemas.microsoft.com/office/drawing/2014/main" id="{E3C25243-C679-4438-8E70-46CE24EA385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75" name="Text Placeholder 10">
            <a:extLst>
              <a:ext uri="{FF2B5EF4-FFF2-40B4-BE49-F238E27FC236}">
                <a16:creationId xmlns:a16="http://schemas.microsoft.com/office/drawing/2014/main" id="{0D77C9D6-55CB-4EED-B1C7-E4E4E8A297B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76" name="Text Placeholder 10">
            <a:extLst>
              <a:ext uri="{FF2B5EF4-FFF2-40B4-BE49-F238E27FC236}">
                <a16:creationId xmlns:a16="http://schemas.microsoft.com/office/drawing/2014/main" id="{23C3DEA6-1FC3-4355-B3E0-2D3F7A759D7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77" name="Text Placeholder 10">
            <a:extLst>
              <a:ext uri="{FF2B5EF4-FFF2-40B4-BE49-F238E27FC236}">
                <a16:creationId xmlns:a16="http://schemas.microsoft.com/office/drawing/2014/main" id="{DC97B6D5-E938-4B4E-A34E-CF67AAEA3FA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78" name="Text Placeholder 10">
            <a:extLst>
              <a:ext uri="{FF2B5EF4-FFF2-40B4-BE49-F238E27FC236}">
                <a16:creationId xmlns:a16="http://schemas.microsoft.com/office/drawing/2014/main" id="{3D360651-EA9D-47C5-BAFD-1333E46070E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79" name="Text Placeholder 10">
            <a:extLst>
              <a:ext uri="{FF2B5EF4-FFF2-40B4-BE49-F238E27FC236}">
                <a16:creationId xmlns:a16="http://schemas.microsoft.com/office/drawing/2014/main" id="{838AC118-56E0-4709-A8EA-479D52BC903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80" name="Text Placeholder 10">
            <a:extLst>
              <a:ext uri="{FF2B5EF4-FFF2-40B4-BE49-F238E27FC236}">
                <a16:creationId xmlns:a16="http://schemas.microsoft.com/office/drawing/2014/main" id="{16E09ED2-C095-4765-A070-30FA731D598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81" name="Text Placeholder 10">
            <a:extLst>
              <a:ext uri="{FF2B5EF4-FFF2-40B4-BE49-F238E27FC236}">
                <a16:creationId xmlns:a16="http://schemas.microsoft.com/office/drawing/2014/main" id="{E68C63A9-460B-4702-8C01-F7D115E3745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82" name="Text Placeholder 10">
            <a:extLst>
              <a:ext uri="{FF2B5EF4-FFF2-40B4-BE49-F238E27FC236}">
                <a16:creationId xmlns:a16="http://schemas.microsoft.com/office/drawing/2014/main" id="{DE41A2AF-2485-44D6-BC1A-EF0FE08B419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83" name="Text Placeholder 10">
            <a:extLst>
              <a:ext uri="{FF2B5EF4-FFF2-40B4-BE49-F238E27FC236}">
                <a16:creationId xmlns:a16="http://schemas.microsoft.com/office/drawing/2014/main" id="{F2B4E330-5CCA-403E-ABED-C16AE1E54CE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84" name="Text Placeholder 10">
            <a:extLst>
              <a:ext uri="{FF2B5EF4-FFF2-40B4-BE49-F238E27FC236}">
                <a16:creationId xmlns:a16="http://schemas.microsoft.com/office/drawing/2014/main" id="{14F318D0-C189-42DB-9344-F972B6C318CB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85" name="Text Placeholder 10">
            <a:extLst>
              <a:ext uri="{FF2B5EF4-FFF2-40B4-BE49-F238E27FC236}">
                <a16:creationId xmlns:a16="http://schemas.microsoft.com/office/drawing/2014/main" id="{2F91040A-FCDF-472E-BD0E-7406A11EADE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86" name="Text Placeholder 10">
            <a:extLst>
              <a:ext uri="{FF2B5EF4-FFF2-40B4-BE49-F238E27FC236}">
                <a16:creationId xmlns:a16="http://schemas.microsoft.com/office/drawing/2014/main" id="{822D0DA0-B558-4EDE-A9B5-3251081B124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87" name="Text Placeholder 10">
            <a:extLst>
              <a:ext uri="{FF2B5EF4-FFF2-40B4-BE49-F238E27FC236}">
                <a16:creationId xmlns:a16="http://schemas.microsoft.com/office/drawing/2014/main" id="{8E65624D-C451-48FA-8C52-CDDEBFDD4B2E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88" name="Text Placeholder 10">
            <a:extLst>
              <a:ext uri="{FF2B5EF4-FFF2-40B4-BE49-F238E27FC236}">
                <a16:creationId xmlns:a16="http://schemas.microsoft.com/office/drawing/2014/main" id="{9068217F-B61B-4029-8D4E-C8B9B0D3B2B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89" name="Text Placeholder 10">
            <a:extLst>
              <a:ext uri="{FF2B5EF4-FFF2-40B4-BE49-F238E27FC236}">
                <a16:creationId xmlns:a16="http://schemas.microsoft.com/office/drawing/2014/main" id="{3D7BE839-15B9-43C2-89DD-6E7228B9C44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90" name="Text Placeholder 10">
            <a:extLst>
              <a:ext uri="{FF2B5EF4-FFF2-40B4-BE49-F238E27FC236}">
                <a16:creationId xmlns:a16="http://schemas.microsoft.com/office/drawing/2014/main" id="{0D6AB60F-6B1F-4691-B503-1F8A0E0FC94D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6214DEA4-9491-4860-B873-DEB133044C2E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cap="all" baseline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2" name="Title 1">
            <a:extLst>
              <a:ext uri="{FF2B5EF4-FFF2-40B4-BE49-F238E27FC236}">
                <a16:creationId xmlns:a16="http://schemas.microsoft.com/office/drawing/2014/main" id="{6B0A9777-9F2B-4D49-82F8-F78F1057B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670094"/>
            <a:ext cx="10134601" cy="924808"/>
          </a:xfrm>
        </p:spPr>
        <p:txBody>
          <a:bodyPr lIns="0">
            <a:normAutofit/>
          </a:bodyPr>
          <a:lstStyle>
            <a:lvl1pPr algn="ctr"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2" name="Date Placeholder 15">
            <a:extLst>
              <a:ext uri="{FF2B5EF4-FFF2-40B4-BE49-F238E27FC236}">
                <a16:creationId xmlns:a16="http://schemas.microsoft.com/office/drawing/2014/main" id="{9D17B4D8-1988-4798-ADA9-09A3697041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1/7/20XX</a:t>
            </a:r>
          </a:p>
        </p:txBody>
      </p:sp>
      <p:sp>
        <p:nvSpPr>
          <p:cNvPr id="33" name="Footer Placeholder 16">
            <a:extLst>
              <a:ext uri="{FF2B5EF4-FFF2-40B4-BE49-F238E27FC236}">
                <a16:creationId xmlns:a16="http://schemas.microsoft.com/office/drawing/2014/main" id="{94BE7131-2BFE-4B6C-9526-604DC5F9C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34" name="Slide Number Placeholder 17">
            <a:extLst>
              <a:ext uri="{FF2B5EF4-FFF2-40B4-BE49-F238E27FC236}">
                <a16:creationId xmlns:a16="http://schemas.microsoft.com/office/drawing/2014/main" id="{BCA841AE-6983-4830-ADB8-C8A6CE7CE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FF96520-E4CE-4EAD-8ABF-1D2297D6B3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0896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2EF9B-97B0-4909-B1C8-B680035F9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4142" y="1850572"/>
            <a:ext cx="10134601" cy="40930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881D0-A955-463B-814E-4977DB443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B6947-085B-4130-82A4-5D464A42F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21287-635C-42C2-8343-AB4B83FB3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520-E4CE-4EAD-8ABF-1D2297D6B3A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CA22921-D059-426E-8623-0C4322D58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670094"/>
            <a:ext cx="10134601" cy="924808"/>
          </a:xfrm>
        </p:spPr>
        <p:txBody>
          <a:bodyPr lIns="0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162065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- 4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C7B19AA7-3B63-43B8-BE54-6F7F01B262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04817" y="2233881"/>
            <a:ext cx="3387182" cy="2390238"/>
          </a:xfrm>
          <a:custGeom>
            <a:avLst/>
            <a:gdLst>
              <a:gd name="connsiteX0" fmla="*/ 1033243 w 3387182"/>
              <a:gd name="connsiteY0" fmla="*/ 0 h 2390238"/>
              <a:gd name="connsiteX1" fmla="*/ 3387182 w 3387182"/>
              <a:gd name="connsiteY1" fmla="*/ 0 h 2390238"/>
              <a:gd name="connsiteX2" fmla="*/ 3378264 w 3387182"/>
              <a:gd name="connsiteY2" fmla="*/ 2390238 h 2390238"/>
              <a:gd name="connsiteX3" fmla="*/ 0 w 3387182"/>
              <a:gd name="connsiteY3" fmla="*/ 2390238 h 239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7182" h="2390238">
                <a:moveTo>
                  <a:pt x="1033243" y="0"/>
                </a:moveTo>
                <a:lnTo>
                  <a:pt x="3387182" y="0"/>
                </a:lnTo>
                <a:lnTo>
                  <a:pt x="3378264" y="2390238"/>
                </a:lnTo>
                <a:lnTo>
                  <a:pt x="0" y="239023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1B55057A-5AE4-4EAE-8E1E-189462BF315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90016" y="2233881"/>
            <a:ext cx="3917851" cy="2390238"/>
          </a:xfrm>
          <a:custGeom>
            <a:avLst/>
            <a:gdLst>
              <a:gd name="connsiteX0" fmla="*/ 1033243 w 3917851"/>
              <a:gd name="connsiteY0" fmla="*/ 0 h 2390238"/>
              <a:gd name="connsiteX1" fmla="*/ 3917851 w 3917851"/>
              <a:gd name="connsiteY1" fmla="*/ 0 h 2390238"/>
              <a:gd name="connsiteX2" fmla="*/ 2884608 w 3917851"/>
              <a:gd name="connsiteY2" fmla="*/ 2390238 h 2390238"/>
              <a:gd name="connsiteX3" fmla="*/ 0 w 3917851"/>
              <a:gd name="connsiteY3" fmla="*/ 2390238 h 239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17851" h="2390238">
                <a:moveTo>
                  <a:pt x="1033243" y="0"/>
                </a:moveTo>
                <a:lnTo>
                  <a:pt x="3917851" y="0"/>
                </a:lnTo>
                <a:lnTo>
                  <a:pt x="2884608" y="2390238"/>
                </a:lnTo>
                <a:lnTo>
                  <a:pt x="0" y="239023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4433358-37F4-4631-87BD-71A4E90A4CD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575215" y="2233881"/>
            <a:ext cx="3917851" cy="2390238"/>
          </a:xfrm>
          <a:custGeom>
            <a:avLst/>
            <a:gdLst>
              <a:gd name="connsiteX0" fmla="*/ 1033243 w 3917851"/>
              <a:gd name="connsiteY0" fmla="*/ 0 h 2390238"/>
              <a:gd name="connsiteX1" fmla="*/ 3917851 w 3917851"/>
              <a:gd name="connsiteY1" fmla="*/ 0 h 2390238"/>
              <a:gd name="connsiteX2" fmla="*/ 2884608 w 3917851"/>
              <a:gd name="connsiteY2" fmla="*/ 2390238 h 2390238"/>
              <a:gd name="connsiteX3" fmla="*/ 0 w 3917851"/>
              <a:gd name="connsiteY3" fmla="*/ 2390238 h 239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17851" h="2390238">
                <a:moveTo>
                  <a:pt x="1033243" y="0"/>
                </a:moveTo>
                <a:lnTo>
                  <a:pt x="3917851" y="0"/>
                </a:lnTo>
                <a:lnTo>
                  <a:pt x="2884608" y="2390238"/>
                </a:lnTo>
                <a:lnTo>
                  <a:pt x="0" y="239023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663A4BE-7DD2-4FAC-B36C-6A1DAB0740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233881"/>
            <a:ext cx="3378263" cy="2390238"/>
          </a:xfrm>
          <a:custGeom>
            <a:avLst/>
            <a:gdLst>
              <a:gd name="connsiteX0" fmla="*/ 0 w 3378263"/>
              <a:gd name="connsiteY0" fmla="*/ 0 h 2390238"/>
              <a:gd name="connsiteX1" fmla="*/ 3378263 w 3378263"/>
              <a:gd name="connsiteY1" fmla="*/ 0 h 2390238"/>
              <a:gd name="connsiteX2" fmla="*/ 2345020 w 3378263"/>
              <a:gd name="connsiteY2" fmla="*/ 2390238 h 2390238"/>
              <a:gd name="connsiteX3" fmla="*/ 0 w 3378263"/>
              <a:gd name="connsiteY3" fmla="*/ 2390238 h 239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78263" h="2390238">
                <a:moveTo>
                  <a:pt x="0" y="0"/>
                </a:moveTo>
                <a:lnTo>
                  <a:pt x="3378263" y="0"/>
                </a:lnTo>
                <a:lnTo>
                  <a:pt x="2345020" y="2390238"/>
                </a:lnTo>
                <a:lnTo>
                  <a:pt x="0" y="239023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EF1FEE-F11E-4D86-B18A-334DC8379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43D405-92C8-41A3-8CA8-EAB7EE6E9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13E559-638A-4105-95C4-0812BAFB7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520-E4CE-4EAD-8ABF-1D2297D6B3A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0157B5A6-CA34-4D5D-9A70-14D478D55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670094"/>
            <a:ext cx="10134601" cy="924808"/>
          </a:xfrm>
        </p:spPr>
        <p:txBody>
          <a:bodyPr lIns="0">
            <a:normAutofit/>
          </a:bodyPr>
          <a:lstStyle>
            <a:lvl1pPr algn="ctr"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CEC8B31E-90EA-47DA-88C8-7210550FEC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54933" y="5061424"/>
            <a:ext cx="2443654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nAME</a:t>
            </a:r>
            <a:endParaRPr lang="en-US"/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0B29C3B6-1467-4DB9-A2AE-6C82548895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54932" y="5406900"/>
            <a:ext cx="2443099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C0CAE507-1952-49D5-A01E-F3CEA53FEF3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31476" y="5061424"/>
            <a:ext cx="2443654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nAME</a:t>
            </a:r>
            <a:endParaRPr lang="en-US"/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BC2F8ABF-1CD3-4283-BBC9-9536E8C0451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31475" y="5406900"/>
            <a:ext cx="2443099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E6695F4-4900-48B5-9D68-486774B8D7F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77835" y="5061424"/>
            <a:ext cx="2443654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nAME</a:t>
            </a:r>
            <a:endParaRPr lang="en-US"/>
          </a:p>
        </p:txBody>
      </p:sp>
      <p:sp>
        <p:nvSpPr>
          <p:cNvPr id="31" name="Text Placeholder 18">
            <a:extLst>
              <a:ext uri="{FF2B5EF4-FFF2-40B4-BE49-F238E27FC236}">
                <a16:creationId xmlns:a16="http://schemas.microsoft.com/office/drawing/2014/main" id="{FF214FA8-F7B7-40D8-A97C-52E0B0BDE16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77834" y="5406900"/>
            <a:ext cx="2443099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56B0AF9E-C16A-4170-A149-1E47AC0D81C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800181" y="5057897"/>
            <a:ext cx="2443654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nAME</a:t>
            </a:r>
            <a:endParaRPr lang="en-US"/>
          </a:p>
        </p:txBody>
      </p:sp>
      <p:sp>
        <p:nvSpPr>
          <p:cNvPr id="33" name="Text Placeholder 18">
            <a:extLst>
              <a:ext uri="{FF2B5EF4-FFF2-40B4-BE49-F238E27FC236}">
                <a16:creationId xmlns:a16="http://schemas.microsoft.com/office/drawing/2014/main" id="{B1CB5369-F6CE-41B6-ACE8-9FA5781CB4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00180" y="5403373"/>
            <a:ext cx="2443099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1411511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- 8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icture Placeholder 65">
            <a:extLst>
              <a:ext uri="{FF2B5EF4-FFF2-40B4-BE49-F238E27FC236}">
                <a16:creationId xmlns:a16="http://schemas.microsoft.com/office/drawing/2014/main" id="{88E0AC7A-AA85-427E-8B83-AEEF229EDA41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10383802" y="3121794"/>
            <a:ext cx="1808198" cy="1097726"/>
          </a:xfrm>
          <a:custGeom>
            <a:avLst/>
            <a:gdLst>
              <a:gd name="connsiteX0" fmla="*/ 474569 w 1808198"/>
              <a:gd name="connsiteY0" fmla="*/ 0 h 1097726"/>
              <a:gd name="connsiteX1" fmla="*/ 1799279 w 1808198"/>
              <a:gd name="connsiteY1" fmla="*/ 0 h 1097726"/>
              <a:gd name="connsiteX2" fmla="*/ 1808198 w 1808198"/>
              <a:gd name="connsiteY2" fmla="*/ 1097726 h 1097726"/>
              <a:gd name="connsiteX3" fmla="*/ 0 w 1808198"/>
              <a:gd name="connsiteY3" fmla="*/ 1097726 h 1097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8198" h="1097726">
                <a:moveTo>
                  <a:pt x="474569" y="0"/>
                </a:moveTo>
                <a:lnTo>
                  <a:pt x="1799279" y="0"/>
                </a:lnTo>
                <a:lnTo>
                  <a:pt x="1808198" y="1097726"/>
                </a:lnTo>
                <a:lnTo>
                  <a:pt x="0" y="109772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E6437AD1-FE22-40AE-8BB8-8B8B9C5770F8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900427" y="3121794"/>
            <a:ext cx="1799279" cy="1097726"/>
          </a:xfrm>
          <a:custGeom>
            <a:avLst/>
            <a:gdLst>
              <a:gd name="connsiteX0" fmla="*/ 474480 w 1799279"/>
              <a:gd name="connsiteY0" fmla="*/ 0 h 1097726"/>
              <a:gd name="connsiteX1" fmla="*/ 1799279 w 1799279"/>
              <a:gd name="connsiteY1" fmla="*/ 0 h 1097726"/>
              <a:gd name="connsiteX2" fmla="*/ 1324709 w 1799279"/>
              <a:gd name="connsiteY2" fmla="*/ 1097726 h 1097726"/>
              <a:gd name="connsiteX3" fmla="*/ 0 w 1799279"/>
              <a:gd name="connsiteY3" fmla="*/ 1097726 h 1097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9279" h="1097726">
                <a:moveTo>
                  <a:pt x="474480" y="0"/>
                </a:moveTo>
                <a:lnTo>
                  <a:pt x="1799279" y="0"/>
                </a:lnTo>
                <a:lnTo>
                  <a:pt x="1324709" y="1097726"/>
                </a:lnTo>
                <a:lnTo>
                  <a:pt x="0" y="109772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Picture Placeholder 59">
            <a:extLst>
              <a:ext uri="{FF2B5EF4-FFF2-40B4-BE49-F238E27FC236}">
                <a16:creationId xmlns:a16="http://schemas.microsoft.com/office/drawing/2014/main" id="{97978D8E-FCD0-4E7C-BD0B-F2F47BA1B2D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7416963" y="3121794"/>
            <a:ext cx="1799279" cy="1097726"/>
          </a:xfrm>
          <a:custGeom>
            <a:avLst/>
            <a:gdLst>
              <a:gd name="connsiteX0" fmla="*/ 474570 w 1799279"/>
              <a:gd name="connsiteY0" fmla="*/ 0 h 1097726"/>
              <a:gd name="connsiteX1" fmla="*/ 1799279 w 1799279"/>
              <a:gd name="connsiteY1" fmla="*/ 0 h 1097726"/>
              <a:gd name="connsiteX2" fmla="*/ 1324799 w 1799279"/>
              <a:gd name="connsiteY2" fmla="*/ 1097726 h 1097726"/>
              <a:gd name="connsiteX3" fmla="*/ 0 w 1799279"/>
              <a:gd name="connsiteY3" fmla="*/ 1097726 h 1097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9279" h="1097726">
                <a:moveTo>
                  <a:pt x="474570" y="0"/>
                </a:moveTo>
                <a:lnTo>
                  <a:pt x="1799279" y="0"/>
                </a:lnTo>
                <a:lnTo>
                  <a:pt x="1324799" y="1097726"/>
                </a:lnTo>
                <a:lnTo>
                  <a:pt x="0" y="109772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5" name="Picture Placeholder 54">
            <a:extLst>
              <a:ext uri="{FF2B5EF4-FFF2-40B4-BE49-F238E27FC236}">
                <a16:creationId xmlns:a16="http://schemas.microsoft.com/office/drawing/2014/main" id="{83197EDA-7F24-4C0A-B859-34173E066FC8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933589" y="3121794"/>
            <a:ext cx="1799125" cy="1097726"/>
          </a:xfrm>
          <a:custGeom>
            <a:avLst/>
            <a:gdLst>
              <a:gd name="connsiteX0" fmla="*/ 474570 w 1799125"/>
              <a:gd name="connsiteY0" fmla="*/ 0 h 1097726"/>
              <a:gd name="connsiteX1" fmla="*/ 1799125 w 1799125"/>
              <a:gd name="connsiteY1" fmla="*/ 0 h 1097726"/>
              <a:gd name="connsiteX2" fmla="*/ 1799125 w 1799125"/>
              <a:gd name="connsiteY2" fmla="*/ 356 h 1097726"/>
              <a:gd name="connsiteX3" fmla="*/ 1324799 w 1799125"/>
              <a:gd name="connsiteY3" fmla="*/ 1097726 h 1097726"/>
              <a:gd name="connsiteX4" fmla="*/ 0 w 1799125"/>
              <a:gd name="connsiteY4" fmla="*/ 1097726 h 1097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9125" h="1097726">
                <a:moveTo>
                  <a:pt x="474570" y="0"/>
                </a:moveTo>
                <a:lnTo>
                  <a:pt x="1799125" y="0"/>
                </a:lnTo>
                <a:lnTo>
                  <a:pt x="1799125" y="356"/>
                </a:lnTo>
                <a:lnTo>
                  <a:pt x="1324799" y="1097726"/>
                </a:lnTo>
                <a:lnTo>
                  <a:pt x="0" y="109772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51">
            <a:extLst>
              <a:ext uri="{FF2B5EF4-FFF2-40B4-BE49-F238E27FC236}">
                <a16:creationId xmlns:a16="http://schemas.microsoft.com/office/drawing/2014/main" id="{D5CFC424-FDBC-4BD5-B5FB-E2C7B5DE6006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450214" y="3121794"/>
            <a:ext cx="1799279" cy="1097726"/>
          </a:xfrm>
          <a:custGeom>
            <a:avLst/>
            <a:gdLst>
              <a:gd name="connsiteX0" fmla="*/ 474480 w 1799279"/>
              <a:gd name="connsiteY0" fmla="*/ 0 h 1097726"/>
              <a:gd name="connsiteX1" fmla="*/ 1799279 w 1799279"/>
              <a:gd name="connsiteY1" fmla="*/ 0 h 1097726"/>
              <a:gd name="connsiteX2" fmla="*/ 1324709 w 1799279"/>
              <a:gd name="connsiteY2" fmla="*/ 1097726 h 1097726"/>
              <a:gd name="connsiteX3" fmla="*/ 0 w 1799279"/>
              <a:gd name="connsiteY3" fmla="*/ 1097726 h 1097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9279" h="1097726">
                <a:moveTo>
                  <a:pt x="474480" y="0"/>
                </a:moveTo>
                <a:lnTo>
                  <a:pt x="1799279" y="0"/>
                </a:lnTo>
                <a:lnTo>
                  <a:pt x="1324709" y="1097726"/>
                </a:lnTo>
                <a:lnTo>
                  <a:pt x="0" y="109772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Picture Placeholder 48">
            <a:extLst>
              <a:ext uri="{FF2B5EF4-FFF2-40B4-BE49-F238E27FC236}">
                <a16:creationId xmlns:a16="http://schemas.microsoft.com/office/drawing/2014/main" id="{B2475369-85E0-474D-9454-6911B2BB54D5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2966838" y="3121794"/>
            <a:ext cx="1799279" cy="1097726"/>
          </a:xfrm>
          <a:custGeom>
            <a:avLst/>
            <a:gdLst>
              <a:gd name="connsiteX0" fmla="*/ 474480 w 1799279"/>
              <a:gd name="connsiteY0" fmla="*/ 0 h 1097726"/>
              <a:gd name="connsiteX1" fmla="*/ 1799279 w 1799279"/>
              <a:gd name="connsiteY1" fmla="*/ 0 h 1097726"/>
              <a:gd name="connsiteX2" fmla="*/ 1324709 w 1799279"/>
              <a:gd name="connsiteY2" fmla="*/ 1097726 h 1097726"/>
              <a:gd name="connsiteX3" fmla="*/ 0 w 1799279"/>
              <a:gd name="connsiteY3" fmla="*/ 1097726 h 1097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9279" h="1097726">
                <a:moveTo>
                  <a:pt x="474480" y="0"/>
                </a:moveTo>
                <a:lnTo>
                  <a:pt x="1799279" y="0"/>
                </a:lnTo>
                <a:lnTo>
                  <a:pt x="1324709" y="1097726"/>
                </a:lnTo>
                <a:lnTo>
                  <a:pt x="0" y="109772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9231E13B-CD8C-48FC-A6DB-E87F08B4628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483375" y="3121794"/>
            <a:ext cx="1799279" cy="1097726"/>
          </a:xfrm>
          <a:custGeom>
            <a:avLst/>
            <a:gdLst>
              <a:gd name="connsiteX0" fmla="*/ 474569 w 1799279"/>
              <a:gd name="connsiteY0" fmla="*/ 0 h 1097726"/>
              <a:gd name="connsiteX1" fmla="*/ 1799279 w 1799279"/>
              <a:gd name="connsiteY1" fmla="*/ 0 h 1097726"/>
              <a:gd name="connsiteX2" fmla="*/ 1324798 w 1799279"/>
              <a:gd name="connsiteY2" fmla="*/ 1097726 h 1097726"/>
              <a:gd name="connsiteX3" fmla="*/ 0 w 1799279"/>
              <a:gd name="connsiteY3" fmla="*/ 1097726 h 1097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9279" h="1097726">
                <a:moveTo>
                  <a:pt x="474569" y="0"/>
                </a:moveTo>
                <a:lnTo>
                  <a:pt x="1799279" y="0"/>
                </a:lnTo>
                <a:lnTo>
                  <a:pt x="1324798" y="1097726"/>
                </a:lnTo>
                <a:lnTo>
                  <a:pt x="0" y="109772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9A7D62AC-CCFA-44C3-98ED-F750B562B964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" y="3121794"/>
            <a:ext cx="1799279" cy="1097726"/>
          </a:xfrm>
          <a:custGeom>
            <a:avLst/>
            <a:gdLst>
              <a:gd name="connsiteX0" fmla="*/ 0 w 1799279"/>
              <a:gd name="connsiteY0" fmla="*/ 0 h 1097726"/>
              <a:gd name="connsiteX1" fmla="*/ 1799279 w 1799279"/>
              <a:gd name="connsiteY1" fmla="*/ 0 h 1097726"/>
              <a:gd name="connsiteX2" fmla="*/ 1324709 w 1799279"/>
              <a:gd name="connsiteY2" fmla="*/ 1097726 h 1097726"/>
              <a:gd name="connsiteX3" fmla="*/ 0 w 1799279"/>
              <a:gd name="connsiteY3" fmla="*/ 1097726 h 1097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9279" h="1097726">
                <a:moveTo>
                  <a:pt x="0" y="0"/>
                </a:moveTo>
                <a:lnTo>
                  <a:pt x="1799279" y="0"/>
                </a:lnTo>
                <a:lnTo>
                  <a:pt x="1324709" y="1097726"/>
                </a:lnTo>
                <a:lnTo>
                  <a:pt x="0" y="109772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EF1FEE-F11E-4D86-B18A-334DC8379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43D405-92C8-41A3-8CA8-EAB7EE6E9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13E559-638A-4105-95C4-0812BAFB7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520-E4CE-4EAD-8ABF-1D2297D6B3A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0157B5A6-CA34-4D5D-9A70-14D478D55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670094"/>
            <a:ext cx="10134601" cy="924808"/>
          </a:xfrm>
        </p:spPr>
        <p:txBody>
          <a:bodyPr lIns="0">
            <a:normAutofit/>
          </a:bodyPr>
          <a:lstStyle>
            <a:lvl1pPr algn="ctr"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C0CAE507-1952-49D5-A01E-F3CEA53FEF3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0" y="2325820"/>
            <a:ext cx="1799279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2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BC2F8ABF-1CD3-4283-BBC9-9536E8C0451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09" y="2586626"/>
            <a:ext cx="1798870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7" name="Text Placeholder 15">
            <a:extLst>
              <a:ext uri="{FF2B5EF4-FFF2-40B4-BE49-F238E27FC236}">
                <a16:creationId xmlns:a16="http://schemas.microsoft.com/office/drawing/2014/main" id="{F3625817-ADC5-402C-BF70-E72E180EA94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429000" y="2325820"/>
            <a:ext cx="1337117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2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68" name="Text Placeholder 18">
            <a:extLst>
              <a:ext uri="{FF2B5EF4-FFF2-40B4-BE49-F238E27FC236}">
                <a16:creationId xmlns:a16="http://schemas.microsoft.com/office/drawing/2014/main" id="{1CD742BF-928E-4F96-A707-0762F7415A8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429005" y="2586626"/>
            <a:ext cx="1336813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9" name="Text Placeholder 15">
            <a:extLst>
              <a:ext uri="{FF2B5EF4-FFF2-40B4-BE49-F238E27FC236}">
                <a16:creationId xmlns:a16="http://schemas.microsoft.com/office/drawing/2014/main" id="{F63CF451-68B6-4006-B393-3926AD5577F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395597" y="2325820"/>
            <a:ext cx="1337117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2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70" name="Text Placeholder 18">
            <a:extLst>
              <a:ext uri="{FF2B5EF4-FFF2-40B4-BE49-F238E27FC236}">
                <a16:creationId xmlns:a16="http://schemas.microsoft.com/office/drawing/2014/main" id="{0812886F-184C-40A8-A729-8B4B4926879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395602" y="2586626"/>
            <a:ext cx="1336813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1" name="Text Placeholder 15">
            <a:extLst>
              <a:ext uri="{FF2B5EF4-FFF2-40B4-BE49-F238E27FC236}">
                <a16:creationId xmlns:a16="http://schemas.microsoft.com/office/drawing/2014/main" id="{227745AB-F0A1-4D69-B3E7-1E05EC5A83C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371508" y="2325820"/>
            <a:ext cx="1337117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2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72" name="Text Placeholder 18">
            <a:extLst>
              <a:ext uri="{FF2B5EF4-FFF2-40B4-BE49-F238E27FC236}">
                <a16:creationId xmlns:a16="http://schemas.microsoft.com/office/drawing/2014/main" id="{FA1D1660-FDA5-41B8-9EE3-ADA0E15F0CD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371513" y="2586626"/>
            <a:ext cx="1336813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3" name="Text Placeholder 15">
            <a:extLst>
              <a:ext uri="{FF2B5EF4-FFF2-40B4-BE49-F238E27FC236}">
                <a16:creationId xmlns:a16="http://schemas.microsoft.com/office/drawing/2014/main" id="{40B672B5-5EF2-428E-8952-03BB5F47FB4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483375" y="4507480"/>
            <a:ext cx="1337117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2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74" name="Text Placeholder 18">
            <a:extLst>
              <a:ext uri="{FF2B5EF4-FFF2-40B4-BE49-F238E27FC236}">
                <a16:creationId xmlns:a16="http://schemas.microsoft.com/office/drawing/2014/main" id="{AAB3392A-4B63-483C-B97B-A962BA72959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483380" y="4768286"/>
            <a:ext cx="1336813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5" name="Text Placeholder 15">
            <a:extLst>
              <a:ext uri="{FF2B5EF4-FFF2-40B4-BE49-F238E27FC236}">
                <a16:creationId xmlns:a16="http://schemas.microsoft.com/office/drawing/2014/main" id="{52F154E0-81D0-4ED7-81F5-F2A41F6EE2E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457493" y="4507480"/>
            <a:ext cx="1337117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2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76" name="Text Placeholder 18">
            <a:extLst>
              <a:ext uri="{FF2B5EF4-FFF2-40B4-BE49-F238E27FC236}">
                <a16:creationId xmlns:a16="http://schemas.microsoft.com/office/drawing/2014/main" id="{D57D2666-5AA0-4552-8434-DE134549DA0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457498" y="4768286"/>
            <a:ext cx="1336813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7" name="Text Placeholder 15">
            <a:extLst>
              <a:ext uri="{FF2B5EF4-FFF2-40B4-BE49-F238E27FC236}">
                <a16:creationId xmlns:a16="http://schemas.microsoft.com/office/drawing/2014/main" id="{7E6E0780-44C2-48C7-99F2-E711D9BFA85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416963" y="4502202"/>
            <a:ext cx="1337117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2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78" name="Text Placeholder 18">
            <a:extLst>
              <a:ext uri="{FF2B5EF4-FFF2-40B4-BE49-F238E27FC236}">
                <a16:creationId xmlns:a16="http://schemas.microsoft.com/office/drawing/2014/main" id="{41A5DBDC-E19D-4B74-863C-D63A78E4938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416968" y="4763008"/>
            <a:ext cx="1336813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9" name="Text Placeholder 15">
            <a:extLst>
              <a:ext uri="{FF2B5EF4-FFF2-40B4-BE49-F238E27FC236}">
                <a16:creationId xmlns:a16="http://schemas.microsoft.com/office/drawing/2014/main" id="{EEFB1377-2783-49F1-A131-38F4B63B90C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0376433" y="4527297"/>
            <a:ext cx="1799279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2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80" name="Text Placeholder 18">
            <a:extLst>
              <a:ext uri="{FF2B5EF4-FFF2-40B4-BE49-F238E27FC236}">
                <a16:creationId xmlns:a16="http://schemas.microsoft.com/office/drawing/2014/main" id="{C188F315-95C8-490A-AB31-6B6D7A7A535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376438" y="4788103"/>
            <a:ext cx="1798870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0519082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6B45A-9FA0-4D2A-8BEF-4709BD5C1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1110286"/>
            <a:ext cx="10515600" cy="924808"/>
          </a:xfrm>
        </p:spPr>
        <p:txBody>
          <a:bodyPr lIns="0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87A579D-F737-4350-8205-BCA37BAFE1AB}"/>
              </a:ext>
            </a:extLst>
          </p:cNvPr>
          <p:cNvCxnSpPr>
            <a:cxnSpLocks/>
          </p:cNvCxnSpPr>
          <p:nvPr userDrawn="1"/>
        </p:nvCxnSpPr>
        <p:spPr>
          <a:xfrm>
            <a:off x="1121228" y="0"/>
            <a:ext cx="0" cy="1110286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3135F811-46C6-4574-99D7-6B90FE873BD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B03F056-6BD3-4D1E-B794-6796E05CC4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DD442E15-02E7-470A-B455-1641DC03E513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7AB804A3-DDE8-4F7C-AA96-94BD898660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41D76E21-775F-4F86-8F17-E8258055D6D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290EB005-534F-4E5E-81D4-3795AF32C8F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4DDA664B-9E00-41E2-903A-87130EEDB2DF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F38183B6-48F8-4715-8596-BFC77AFE924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C6D44CB-DAE7-40C8-B7B5-3AC0F92E224A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cap="all" spc="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D388CB94-B0AB-4513-9265-432FA36890D7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cap="all" spc="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82DB4D40-3550-49E6-AF64-41E7E499F45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cap="all" spc="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F6056747-20EC-4D2B-8AD5-79902BC5184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3568700" y="4464453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cap="all" spc="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4180974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pic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0E65E2A4-B306-4415-9D4B-9E9F98B043B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08046" cy="6858000"/>
          </a:xfrm>
          <a:custGeom>
            <a:avLst/>
            <a:gdLst>
              <a:gd name="connsiteX0" fmla="*/ 0 w 6508046"/>
              <a:gd name="connsiteY0" fmla="*/ 0 h 6858000"/>
              <a:gd name="connsiteX1" fmla="*/ 364331 w 6508046"/>
              <a:gd name="connsiteY1" fmla="*/ 0 h 6858000"/>
              <a:gd name="connsiteX2" fmla="*/ 1163270 w 6508046"/>
              <a:gd name="connsiteY2" fmla="*/ 2195274 h 6858000"/>
              <a:gd name="connsiteX3" fmla="*/ 1708696 w 6508046"/>
              <a:gd name="connsiteY3" fmla="*/ 4033986 h 6858000"/>
              <a:gd name="connsiteX4" fmla="*/ 1771025 w 6508046"/>
              <a:gd name="connsiteY4" fmla="*/ 4033986 h 6858000"/>
              <a:gd name="connsiteX5" fmla="*/ 2316450 w 6508046"/>
              <a:gd name="connsiteY5" fmla="*/ 2195274 h 6858000"/>
              <a:gd name="connsiteX6" fmla="*/ 3084403 w 6508046"/>
              <a:gd name="connsiteY6" fmla="*/ 0 h 6858000"/>
              <a:gd name="connsiteX7" fmla="*/ 6508046 w 6508046"/>
              <a:gd name="connsiteY7" fmla="*/ 0 h 6858000"/>
              <a:gd name="connsiteX8" fmla="*/ 6508046 w 6508046"/>
              <a:gd name="connsiteY8" fmla="*/ 6858000 h 6858000"/>
              <a:gd name="connsiteX9" fmla="*/ 4310896 w 6508046"/>
              <a:gd name="connsiteY9" fmla="*/ 6858000 h 6858000"/>
              <a:gd name="connsiteX10" fmla="*/ 4310896 w 6508046"/>
              <a:gd name="connsiteY10" fmla="*/ 4407962 h 6858000"/>
              <a:gd name="connsiteX11" fmla="*/ 4638169 w 6508046"/>
              <a:gd name="connsiteY11" fmla="*/ 683746 h 6858000"/>
              <a:gd name="connsiteX12" fmla="*/ 4575840 w 6508046"/>
              <a:gd name="connsiteY12" fmla="*/ 683746 h 6858000"/>
              <a:gd name="connsiteX13" fmla="*/ 3734395 w 6508046"/>
              <a:gd name="connsiteY13" fmla="*/ 3332738 h 6858000"/>
              <a:gd name="connsiteX14" fmla="*/ 2441823 w 6508046"/>
              <a:gd name="connsiteY14" fmla="*/ 6858000 h 6858000"/>
              <a:gd name="connsiteX15" fmla="*/ 914221 w 6508046"/>
              <a:gd name="connsiteY15" fmla="*/ 6858000 h 6858000"/>
              <a:gd name="connsiteX16" fmla="*/ 0 w 6508046"/>
              <a:gd name="connsiteY16" fmla="*/ 43361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508046" h="6858000">
                <a:moveTo>
                  <a:pt x="0" y="0"/>
                </a:moveTo>
                <a:lnTo>
                  <a:pt x="364331" y="0"/>
                </a:lnTo>
                <a:lnTo>
                  <a:pt x="1163270" y="2195274"/>
                </a:lnTo>
                <a:cubicBezTo>
                  <a:pt x="1350258" y="2787402"/>
                  <a:pt x="1521708" y="3395157"/>
                  <a:pt x="1708696" y="4033986"/>
                </a:cubicBezTo>
                <a:lnTo>
                  <a:pt x="1771025" y="4033986"/>
                </a:lnTo>
                <a:cubicBezTo>
                  <a:pt x="1958013" y="3395067"/>
                  <a:pt x="2113925" y="2787313"/>
                  <a:pt x="2316450" y="2195274"/>
                </a:cubicBezTo>
                <a:lnTo>
                  <a:pt x="3084403" y="0"/>
                </a:lnTo>
                <a:lnTo>
                  <a:pt x="6508046" y="0"/>
                </a:lnTo>
                <a:lnTo>
                  <a:pt x="6508046" y="6858000"/>
                </a:lnTo>
                <a:lnTo>
                  <a:pt x="4310896" y="6858000"/>
                </a:lnTo>
                <a:lnTo>
                  <a:pt x="4310896" y="4407962"/>
                </a:lnTo>
                <a:cubicBezTo>
                  <a:pt x="4310896" y="3410694"/>
                  <a:pt x="4513511" y="1681014"/>
                  <a:pt x="4638169" y="683746"/>
                </a:cubicBezTo>
                <a:lnTo>
                  <a:pt x="4575840" y="683746"/>
                </a:lnTo>
                <a:lnTo>
                  <a:pt x="3734395" y="3332738"/>
                </a:lnTo>
                <a:lnTo>
                  <a:pt x="2441823" y="6858000"/>
                </a:lnTo>
                <a:lnTo>
                  <a:pt x="914221" y="6858000"/>
                </a:lnTo>
                <a:lnTo>
                  <a:pt x="0" y="433616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2EF9B-97B0-4909-B1C8-B680035F9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0771" y="4136571"/>
            <a:ext cx="3907972" cy="1883230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881D0-A955-463B-814E-4977DB443F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643743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B6947-085B-4130-82A4-5D464A42F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2514" y="6356350"/>
            <a:ext cx="217553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21287-635C-42C2-8343-AB4B83FB3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520-E4CE-4EAD-8ABF-1D2297D6B3A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CA22921-D059-426E-8623-0C4322D58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0771" y="3363686"/>
            <a:ext cx="3907972" cy="555171"/>
          </a:xfrm>
        </p:spPr>
        <p:txBody>
          <a:bodyPr lIns="0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78A5C12-53C3-4CC4-AA3B-D3292948C778}"/>
              </a:ext>
            </a:extLst>
          </p:cNvPr>
          <p:cNvCxnSpPr>
            <a:cxnSpLocks/>
          </p:cNvCxnSpPr>
          <p:nvPr userDrawn="1"/>
        </p:nvCxnSpPr>
        <p:spPr>
          <a:xfrm>
            <a:off x="7271657" y="0"/>
            <a:ext cx="0" cy="31242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73629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D230F83A-5E75-4047-ADC0-05151570D70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426578" y="0"/>
            <a:ext cx="5765422" cy="6858000"/>
          </a:xfrm>
          <a:custGeom>
            <a:avLst/>
            <a:gdLst>
              <a:gd name="connsiteX0" fmla="*/ 4105955 w 5765422"/>
              <a:gd name="connsiteY0" fmla="*/ 0 h 6858000"/>
              <a:gd name="connsiteX1" fmla="*/ 5765422 w 5765422"/>
              <a:gd name="connsiteY1" fmla="*/ 0 h 6858000"/>
              <a:gd name="connsiteX2" fmla="*/ 5765422 w 5765422"/>
              <a:gd name="connsiteY2" fmla="*/ 6858000 h 6858000"/>
              <a:gd name="connsiteX3" fmla="*/ 0 w 576542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65422" h="6858000">
                <a:moveTo>
                  <a:pt x="4105955" y="0"/>
                </a:moveTo>
                <a:lnTo>
                  <a:pt x="5765422" y="0"/>
                </a:lnTo>
                <a:lnTo>
                  <a:pt x="576542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96FD6FB9-CD68-47AB-A03D-06B72104AF11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-11657" y="-16298"/>
            <a:ext cx="5555640" cy="6874299"/>
          </a:xfrm>
          <a:custGeom>
            <a:avLst/>
            <a:gdLst>
              <a:gd name="connsiteX0" fmla="*/ 0 w 5555640"/>
              <a:gd name="connsiteY0" fmla="*/ 0 h 6874299"/>
              <a:gd name="connsiteX1" fmla="*/ 5555640 w 5555640"/>
              <a:gd name="connsiteY1" fmla="*/ 8960 h 6874299"/>
              <a:gd name="connsiteX2" fmla="*/ 1445237 w 5555640"/>
              <a:gd name="connsiteY2" fmla="*/ 6874299 h 6874299"/>
              <a:gd name="connsiteX3" fmla="*/ 0 w 5555640"/>
              <a:gd name="connsiteY3" fmla="*/ 6874299 h 6874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55640" h="6874299">
                <a:moveTo>
                  <a:pt x="0" y="0"/>
                </a:moveTo>
                <a:lnTo>
                  <a:pt x="5555640" y="8960"/>
                </a:lnTo>
                <a:lnTo>
                  <a:pt x="1445237" y="6874299"/>
                </a:lnTo>
                <a:lnTo>
                  <a:pt x="0" y="687429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1307" y="4277953"/>
            <a:ext cx="2310968" cy="470424"/>
          </a:xfrm>
        </p:spPr>
        <p:txBody>
          <a:bodyPr lIns="0">
            <a:normAutofit/>
          </a:bodyPr>
          <a:lstStyle>
            <a:lvl1pPr marL="0" indent="0" algn="l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D9C3D27C-5291-4A1A-83AC-B52D25F43D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56823" y="4752561"/>
            <a:ext cx="2310968" cy="470424"/>
          </a:xfrm>
        </p:spPr>
        <p:txBody>
          <a:bodyPr lIns="0">
            <a:normAutofit/>
          </a:bodyPr>
          <a:lstStyle>
            <a:lvl1pPr marL="0" indent="0" algn="l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2B757B2D-A738-401D-A78C-05475608F2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69713" y="5217644"/>
            <a:ext cx="2310968" cy="470424"/>
          </a:xfrm>
        </p:spPr>
        <p:txBody>
          <a:bodyPr lIns="0">
            <a:normAutofit/>
          </a:bodyPr>
          <a:lstStyle>
            <a:lvl1pPr marL="0" indent="0" algn="l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7" name="Text Placeholder 18">
            <a:extLst>
              <a:ext uri="{FF2B5EF4-FFF2-40B4-BE49-F238E27FC236}">
                <a16:creationId xmlns:a16="http://schemas.microsoft.com/office/drawing/2014/main" id="{AD14F11B-0FDD-41EF-8278-550F37093B1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80046" y="5673201"/>
            <a:ext cx="2310968" cy="470424"/>
          </a:xfrm>
        </p:spPr>
        <p:txBody>
          <a:bodyPr lIns="0">
            <a:normAutofit/>
          </a:bodyPr>
          <a:lstStyle>
            <a:lvl1pPr marL="0" indent="0" algn="l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B2270B-D707-4103-98F1-E697CEBA7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571" y="3363686"/>
            <a:ext cx="3907972" cy="555171"/>
          </a:xfrm>
        </p:spPr>
        <p:txBody>
          <a:bodyPr lIns="0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24205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77FA4A-CE52-4DA0-8842-74FE37E2E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BCD1D-6E4A-43CA-A3D4-B104CE27D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1BDA0-5B55-4A85-ACBF-31F8F3EB2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7/1/20XX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AA55C-7321-4214-9297-F53B7B9E50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30C71-8F7D-4855-A35C-46C83B4BF4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>
                    <a:lumMod val="50000"/>
                    <a:lumOff val="50000"/>
                  </a:schemeClr>
                </a:solidFill>
              </a:defRPr>
            </a:lvl1pPr>
          </a:lstStyle>
          <a:p>
            <a:fld id="{9FF96520-E4CE-4EAD-8ABF-1D2297D6B3A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6665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78" r:id="rId3"/>
    <p:sldLayoutId id="2147483667" r:id="rId4"/>
    <p:sldLayoutId id="2147483668" r:id="rId5"/>
    <p:sldLayoutId id="2147483669" r:id="rId6"/>
    <p:sldLayoutId id="2147483670" r:id="rId7"/>
    <p:sldLayoutId id="2147483651" r:id="rId8"/>
    <p:sldLayoutId id="2147483661" r:id="rId9"/>
    <p:sldLayoutId id="2147483671" r:id="rId10"/>
    <p:sldLayoutId id="2147483663" r:id="rId11"/>
    <p:sldLayoutId id="2147483679" r:id="rId12"/>
    <p:sldLayoutId id="2147483677" r:id="rId13"/>
    <p:sldLayoutId id="2147483664" r:id="rId14"/>
    <p:sldLayoutId id="2147483672" r:id="rId15"/>
    <p:sldLayoutId id="2147483652" r:id="rId16"/>
    <p:sldLayoutId id="2147483653" r:id="rId17"/>
    <p:sldLayoutId id="2147483665" r:id="rId18"/>
    <p:sldLayoutId id="2147483650" r:id="rId19"/>
    <p:sldLayoutId id="2147483654" r:id="rId20"/>
    <p:sldLayoutId id="2147483674" r:id="rId21"/>
    <p:sldLayoutId id="2147483676" r:id="rId22"/>
    <p:sldLayoutId id="2147483673" r:id="rId23"/>
    <p:sldLayoutId id="2147483675" r:id="rId2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jpeg"/><Relationship Id="rId7" Type="http://schemas.openxmlformats.org/officeDocument/2006/relationships/image" Target="../media/image17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Relationship Id="rId9" Type="http://schemas.openxmlformats.org/officeDocument/2006/relationships/image" Target="../media/image19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2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close up of girl writing&#10;">
            <a:extLst>
              <a:ext uri="{FF2B5EF4-FFF2-40B4-BE49-F238E27FC236}">
                <a16:creationId xmlns:a16="http://schemas.microsoft.com/office/drawing/2014/main" id="{54164480-ECF3-4F09-B48E-13A40EAE5A3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23" name="Title 22">
            <a:extLst>
              <a:ext uri="{FF2B5EF4-FFF2-40B4-BE49-F238E27FC236}">
                <a16:creationId xmlns:a16="http://schemas.microsoft.com/office/drawing/2014/main" id="{EE427349-2C23-4643-A4C8-552661FAA5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3216" y="3667946"/>
            <a:ext cx="9285382" cy="1277857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2D5ABC8-73C6-4DB8-B474-F46298EA249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284355" y="4687178"/>
            <a:ext cx="1598515" cy="1681163"/>
          </a:xfrm>
        </p:spPr>
        <p:txBody>
          <a:bodyPr/>
          <a:lstStyle/>
          <a:p>
            <a:r>
              <a:rPr lang="en-US" dirty="0"/>
              <a:t>M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0C49F68-0122-45AF-8FB2-4A73D67BEF4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40172" y="1726672"/>
            <a:ext cx="1253665" cy="1681163"/>
          </a:xfrm>
        </p:spPr>
        <p:txBody>
          <a:bodyPr/>
          <a:lstStyle/>
          <a:p>
            <a:r>
              <a:rPr lang="en-US" dirty="0"/>
              <a:t>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0FFBF6C-2281-4A59-8BF0-A256739C023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903189" y="71740"/>
            <a:ext cx="1253665" cy="1681163"/>
          </a:xfrm>
        </p:spPr>
        <p:txBody>
          <a:bodyPr/>
          <a:lstStyle/>
          <a:p>
            <a:r>
              <a:rPr lang="en-US" dirty="0"/>
              <a:t>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C600DDB-51C1-4E0E-8FC1-10C888E4E7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9693" y="2858632"/>
            <a:ext cx="1253665" cy="1681163"/>
          </a:xfrm>
        </p:spPr>
        <p:txBody>
          <a:bodyPr/>
          <a:lstStyle/>
          <a:p>
            <a:r>
              <a:rPr lang="en-US" dirty="0"/>
              <a:t>E</a:t>
            </a:r>
          </a:p>
        </p:txBody>
      </p:sp>
      <p:sp>
        <p:nvSpPr>
          <p:cNvPr id="32" name="Subtitle 31">
            <a:extLst>
              <a:ext uri="{FF2B5EF4-FFF2-40B4-BE49-F238E27FC236}">
                <a16:creationId xmlns:a16="http://schemas.microsoft.com/office/drawing/2014/main" id="{F69B5076-6A18-4AD8-A2C2-DB967CF6EE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70418" y="5325276"/>
            <a:ext cx="3677297" cy="682094"/>
          </a:xfrm>
        </p:spPr>
        <p:txBody>
          <a:bodyPr/>
          <a:lstStyle/>
          <a:p>
            <a:r>
              <a:rPr lang="en-US" dirty="0"/>
              <a:t>Mirjam nilsson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C4BB374-4C53-4405-B3D6-928C68A87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36371" y="2017985"/>
            <a:ext cx="0" cy="153432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CDDB411-0E13-3741-911B-CFCB74C5BA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245428" y="5655432"/>
            <a:ext cx="3318888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6310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9456" y="3257550"/>
            <a:ext cx="4203247" cy="743744"/>
          </a:xfrm>
        </p:spPr>
        <p:txBody>
          <a:bodyPr/>
          <a:lstStyle/>
          <a:p>
            <a:r>
              <a:rPr lang="en-ZA" dirty="0"/>
              <a:t>About 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456" y="4238625"/>
            <a:ext cx="4203247" cy="1800225"/>
          </a:xfrm>
        </p:spPr>
        <p:txBody>
          <a:bodyPr vert="horz" lIns="0" tIns="45720" rIns="91440" bIns="45720" rtlCol="0" anchor="t">
            <a:normAutofit/>
          </a:bodyPr>
          <a:lstStyle/>
          <a:p>
            <a:r>
              <a:rPr lang="en-US" dirty="0"/>
              <a:t>At Contoso, we empower schools to foster collaborative thinking to further drive education and innovation. By closing the loop on STEM education, we help schools build a curriculum that will help students succeed in college.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73CABDF-C205-4E5E-92F8-7C5863368C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1/7/20XX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9EA23-F34E-486A-B8B2-0C301926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ZA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9B51A1E-902D-48AF-9020-955120F399B6}" type="slidenum">
              <a:rPr lang="en-ZA" smtClean="0"/>
              <a:pPr/>
              <a:t>2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79DE4-CAEA-4617-897E-FEC9A2AC2D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4186" y="2903538"/>
            <a:ext cx="3104198" cy="345475"/>
          </a:xfrm>
        </p:spPr>
        <p:txBody>
          <a:bodyPr vert="horz" lIns="0" tIns="45720" rIns="91440" bIns="45720" rtlCol="0" anchor="t">
            <a:normAutofit/>
          </a:bodyPr>
          <a:lstStyle/>
          <a:p>
            <a:r>
              <a:rPr lang="en-US" dirty="0"/>
              <a:t>Market gap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3DB723-F5E2-41A5-84C1-EBDEDA5B21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34141" y="3249013"/>
            <a:ext cx="3103493" cy="86640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Schools need to implement STEM curriculum but are using old or outdated books or educational materials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EDB7CB-2A17-4C89-8463-567F882F6B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41894" y="2903538"/>
            <a:ext cx="3104198" cy="320381"/>
          </a:xfrm>
        </p:spPr>
        <p:txBody>
          <a:bodyPr/>
          <a:lstStyle/>
          <a:p>
            <a:r>
              <a:rPr lang="en-US" dirty="0"/>
              <a:t>Customers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8F83235-6CF2-4F43-BEFE-6C0E272FDCC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42223" y="3249013"/>
            <a:ext cx="3103493" cy="866401"/>
          </a:xfrm>
        </p:spPr>
        <p:txBody>
          <a:bodyPr>
            <a:normAutofit/>
          </a:bodyPr>
          <a:lstStyle/>
          <a:p>
            <a:r>
              <a:rPr lang="en-US" dirty="0"/>
              <a:t>10% increase from college recruitment that focus on STEM classes</a:t>
            </a:r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567012-CD35-41AB-B12D-92555A9BE0D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49601" y="2903538"/>
            <a:ext cx="3104198" cy="320381"/>
          </a:xfrm>
        </p:spPr>
        <p:txBody>
          <a:bodyPr/>
          <a:lstStyle/>
          <a:p>
            <a:r>
              <a:rPr lang="en-US" dirty="0"/>
              <a:t>Financials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DC896C3-77D0-44A1-B244-9554FA063FE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50305" y="3249013"/>
            <a:ext cx="3103493" cy="866401"/>
          </a:xfrm>
        </p:spPr>
        <p:txBody>
          <a:bodyPr/>
          <a:lstStyle/>
          <a:p>
            <a:r>
              <a:rPr lang="en-US" dirty="0"/>
              <a:t>STEM students received over $2 million dollars in grants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1110286"/>
            <a:ext cx="10515600" cy="924808"/>
          </a:xfrm>
        </p:spPr>
        <p:txBody>
          <a:bodyPr>
            <a:normAutofit/>
          </a:bodyPr>
          <a:lstStyle/>
          <a:p>
            <a:r>
              <a:rPr lang="en-US" dirty="0"/>
              <a:t>Problem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2D29919-4912-4253-A7DE-F4EFF799094E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1/7/20XX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9C42777-54AD-453F-B4EF-F59AF9213DDA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65DB049-1A50-43CE-907A-2AA792D6F9F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7D840D-AC6E-4F0E-B562-819386D3E35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33811" y="4551950"/>
            <a:ext cx="3104198" cy="320381"/>
          </a:xfrm>
        </p:spPr>
        <p:txBody>
          <a:bodyPr/>
          <a:lstStyle/>
          <a:p>
            <a:r>
              <a:rPr lang="en-US" dirty="0"/>
              <a:t>Costs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B9C2507-FEB7-4DC8-B74C-12FDF7B2DA8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033766" y="4897425"/>
            <a:ext cx="3103493" cy="86640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Lack of strong STEM education can remove students from the running when it comes to college recruitment</a:t>
            </a:r>
          </a:p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848D4A8-6589-4AB3-B1B2-E5C601B474D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641519" y="4551950"/>
            <a:ext cx="3104198" cy="320381"/>
          </a:xfrm>
        </p:spPr>
        <p:txBody>
          <a:bodyPr/>
          <a:lstStyle/>
          <a:p>
            <a:r>
              <a:rPr lang="en-US" dirty="0"/>
              <a:t>usability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6F09C19-B12A-46BD-ADC9-8A0BA0CACE8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641848" y="4897425"/>
            <a:ext cx="3103493" cy="866401"/>
          </a:xfrm>
        </p:spPr>
        <p:txBody>
          <a:bodyPr>
            <a:normAutofit/>
          </a:bodyPr>
          <a:lstStyle/>
          <a:p>
            <a:r>
              <a:rPr lang="en-US" dirty="0"/>
              <a:t>Schools want something that’s easy to adopt and simple to use for their students</a:t>
            </a:r>
          </a:p>
          <a:p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9E78277-79B9-419C-A0B5-130D356F5BE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249226" y="4551950"/>
            <a:ext cx="3104198" cy="320381"/>
          </a:xfrm>
        </p:spPr>
        <p:txBody>
          <a:bodyPr/>
          <a:lstStyle/>
          <a:p>
            <a:r>
              <a:rPr lang="en-US" dirty="0"/>
              <a:t>Design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83B60275-0476-4C73-A9F1-33555C744B1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249930" y="4897425"/>
            <a:ext cx="3103493" cy="866401"/>
          </a:xfrm>
        </p:spPr>
        <p:txBody>
          <a:bodyPr/>
          <a:lstStyle/>
          <a:p>
            <a:r>
              <a:rPr lang="en-ZA" noProof="1"/>
              <a:t>Current study tools are hard to use and inaccessible for some demographics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561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50921" y="2145859"/>
            <a:ext cx="5042568" cy="345473"/>
          </a:xfrm>
        </p:spPr>
        <p:txBody>
          <a:bodyPr vert="horz" lIns="0" tIns="45720" rIns="91440" bIns="45720" rtlCol="0" anchor="t">
            <a:normAutofit/>
          </a:bodyPr>
          <a:lstStyle/>
          <a:p>
            <a:r>
              <a:rPr lang="en-US" dirty="0"/>
              <a:t>Close the gap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B14EA2-CBDF-4C65-9598-93DEDB4C9C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50922" y="2491335"/>
            <a:ext cx="5041422" cy="54010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Our curriculum makes learning STEM easier, and no other curriculum on the market offers the same benefits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419184"/>
            <a:ext cx="2362200" cy="1110286"/>
          </a:xfrm>
        </p:spPr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2EB774B5-B44C-4B2E-8DA7-7DA4F594A312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1/7/20XX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6ACBB45-6616-4FE9-B211-BDCA0491CD1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EB4FD15-5553-45C2-B403-92726A0897A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A00EDB-B024-49EC-A7CD-4E3A92A0AC2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450921" y="3198051"/>
            <a:ext cx="5042568" cy="320381"/>
          </a:xfrm>
        </p:spPr>
        <p:txBody>
          <a:bodyPr/>
          <a:lstStyle/>
          <a:p>
            <a:r>
              <a:rPr lang="en-US" dirty="0"/>
              <a:t>Target audience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FD82EC7-5ADD-4197-AE50-6BAA12DAE5D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450922" y="3543527"/>
            <a:ext cx="5041422" cy="540104"/>
          </a:xfrm>
        </p:spPr>
        <p:txBody>
          <a:bodyPr/>
          <a:lstStyle/>
          <a:p>
            <a:r>
              <a:rPr lang="en-US" dirty="0"/>
              <a:t>Teachers and educators</a:t>
            </a:r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89BFD7D-5F7D-451D-BDB4-C36E0A7A44B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450921" y="5302434"/>
            <a:ext cx="5042568" cy="320381"/>
          </a:xfrm>
        </p:spPr>
        <p:txBody>
          <a:bodyPr/>
          <a:lstStyle/>
          <a:p>
            <a:r>
              <a:rPr lang="en-US" dirty="0"/>
              <a:t>Easy to use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9E19BC-12C6-4F34-8ADE-99486BCBB8F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450922" y="5647910"/>
            <a:ext cx="5041422" cy="54010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simple curriculum that gives students the information they need in order to succeed in college</a:t>
            </a:r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0BCF128-16BF-47FB-8300-C056A7A674B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450921" y="4250243"/>
            <a:ext cx="5042568" cy="320381"/>
          </a:xfrm>
        </p:spPr>
        <p:txBody>
          <a:bodyPr/>
          <a:lstStyle/>
          <a:p>
            <a:r>
              <a:rPr lang="en-US" dirty="0"/>
              <a:t>Cost savings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D5723A4-63FA-4038-9604-C74D5B19B6C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450922" y="4595719"/>
            <a:ext cx="5041422" cy="540104"/>
          </a:xfrm>
        </p:spPr>
        <p:txBody>
          <a:bodyPr>
            <a:normAutofit/>
          </a:bodyPr>
          <a:lstStyle/>
          <a:p>
            <a:r>
              <a:rPr lang="en-US" dirty="0"/>
              <a:t>Reduce costs for schools to finance complex technology that they don’t need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young person wearing safety goggles">
            <a:extLst>
              <a:ext uri="{FF2B5EF4-FFF2-40B4-BE49-F238E27FC236}">
                <a16:creationId xmlns:a16="http://schemas.microsoft.com/office/drawing/2014/main" id="{8C15BCA1-F2FE-4E47-B6D5-3BCFF65BFBF3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" y="0"/>
            <a:ext cx="6694955" cy="68580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21587F-8DFD-4A31-9931-8A346A92D8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44768" y="2069658"/>
            <a:ext cx="5042568" cy="3454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ZA"/>
              <a:t>Unique</a:t>
            </a:r>
            <a:endParaRPr lang="en-Z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264BC1-DA72-48D5-81A1-C62B430199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44768" y="2415134"/>
            <a:ext cx="5041422" cy="540104"/>
          </a:xfrm>
        </p:spPr>
        <p:txBody>
          <a:bodyPr/>
          <a:lstStyle/>
          <a:p>
            <a:r>
              <a:rPr lang="en-ZA"/>
              <a:t>Only curriculum specifically dedicated to helping both schools and students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91CFAB-A735-4A31-A51D-42FE1F5E9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1633" y="690928"/>
            <a:ext cx="4501910" cy="732282"/>
          </a:xfrm>
        </p:spPr>
        <p:txBody>
          <a:bodyPr/>
          <a:lstStyle/>
          <a:p>
            <a:r>
              <a:rPr lang="en-US"/>
              <a:t>Product overview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0F7F98C-FFCE-405F-B18C-BDC55EDB7BF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1/7/20XX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B319D9A-3123-4A8C-80E8-FEA22A44443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8E5D0F5-4C11-47EE-BA9F-DEF2F44DD3D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8D86DE-B923-4D58-B00B-1914FA90BB7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00006" y="3587638"/>
            <a:ext cx="5042568" cy="320381"/>
          </a:xfrm>
        </p:spPr>
        <p:txBody>
          <a:bodyPr/>
          <a:lstStyle/>
          <a:p>
            <a:r>
              <a:rPr lang="en-ZA"/>
              <a:t>First to market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1D6DC6-1167-4691-9102-803C951DFEF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00007" y="3933114"/>
            <a:ext cx="5041422" cy="540104"/>
          </a:xfrm>
        </p:spPr>
        <p:txBody>
          <a:bodyPr>
            <a:normAutofit fontScale="92500"/>
          </a:bodyPr>
          <a:lstStyle/>
          <a:p>
            <a:r>
              <a:rPr lang="en-ZA" dirty="0"/>
              <a:t>First beautifully designed tool that's both stylish and focused on STEM education</a:t>
            </a:r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F60FE46-C4A2-49EB-9D1E-FEFE2C69E10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398264" y="5105618"/>
            <a:ext cx="5042568" cy="320381"/>
          </a:xfrm>
        </p:spPr>
        <p:txBody>
          <a:bodyPr/>
          <a:lstStyle/>
          <a:p>
            <a:r>
              <a:rPr lang="en-ZA"/>
              <a:t>Authentic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FD7B4A-6574-4881-83D5-1E45D4054B5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398264" y="5451094"/>
            <a:ext cx="5041422" cy="540104"/>
          </a:xfrm>
        </p:spPr>
        <p:txBody>
          <a:bodyPr>
            <a:normAutofit/>
          </a:bodyPr>
          <a:lstStyle/>
          <a:p>
            <a:r>
              <a:rPr lang="en-ZA"/>
              <a:t>Designed with the help and input of students and teachers in STEM field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911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close up of a circuit board">
            <a:extLst>
              <a:ext uri="{FF2B5EF4-FFF2-40B4-BE49-F238E27FC236}">
                <a16:creationId xmlns:a16="http://schemas.microsoft.com/office/drawing/2014/main" id="{32B7DCB8-8642-41A3-89BF-66289A34E3C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12700"/>
            <a:ext cx="7080595" cy="687070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99EEB-A12A-415B-A95B-055D2B341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1/7/20XX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0F25F1-9242-41C0-96EB-97E197175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E7B4C-9F2C-459E-B835-5C4DEAB06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FF96520-E4CE-4EAD-8ABF-1D2297D6B3AA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3799" y="2318657"/>
            <a:ext cx="4203247" cy="1440996"/>
          </a:xfrm>
        </p:spPr>
        <p:txBody>
          <a:bodyPr/>
          <a:lstStyle/>
          <a:p>
            <a:r>
              <a:rPr lang="en-US" dirty="0"/>
              <a:t>Product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3799" y="4147457"/>
            <a:ext cx="4203247" cy="153216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ZA" dirty="0"/>
              <a:t>Simple and efficient to use</a:t>
            </a:r>
          </a:p>
          <a:p>
            <a:r>
              <a:rPr lang="en-ZA" noProof="1"/>
              <a:t>Quick customer service assistance</a:t>
            </a:r>
          </a:p>
          <a:p>
            <a:r>
              <a:rPr lang="en-ZA" noProof="1"/>
              <a:t>Free 90-day customer support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800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 descr="two young people playing with a scientific device">
            <a:extLst>
              <a:ext uri="{FF2B5EF4-FFF2-40B4-BE49-F238E27FC236}">
                <a16:creationId xmlns:a16="http://schemas.microsoft.com/office/drawing/2014/main" id="{206F9951-1544-4FB3-80F2-82D60E16068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31ED10-0A83-49CE-98FA-D420E3AAC72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50085" y="4546575"/>
            <a:ext cx="1500624" cy="1681163"/>
          </a:xfrm>
        </p:spPr>
        <p:txBody>
          <a:bodyPr/>
          <a:lstStyle/>
          <a:p>
            <a:r>
              <a:rPr lang="en-US" dirty="0"/>
              <a:t>M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B0A41CC-FB36-4319-BBBE-AA74E5A1B8B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77374" y="2750392"/>
            <a:ext cx="1253665" cy="1681163"/>
          </a:xfrm>
        </p:spPr>
        <p:txBody>
          <a:bodyPr/>
          <a:lstStyle/>
          <a:p>
            <a:r>
              <a:rPr lang="en-US" dirty="0"/>
              <a:t>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997A14-473C-4DE2-94EB-80C3F334E4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2380" y="903514"/>
            <a:ext cx="1253665" cy="1681163"/>
          </a:xfrm>
        </p:spPr>
        <p:txBody>
          <a:bodyPr/>
          <a:lstStyle/>
          <a:p>
            <a:r>
              <a:rPr lang="en-US" dirty="0"/>
              <a:t>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2958308-20D5-405F-BD76-550B9140B04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77374" y="897072"/>
            <a:ext cx="1253665" cy="1681163"/>
          </a:xfrm>
        </p:spPr>
        <p:txBody>
          <a:bodyPr/>
          <a:lstStyle/>
          <a:p>
            <a:r>
              <a:rPr lang="en-US" dirty="0"/>
              <a:t>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6143" y="5201920"/>
            <a:ext cx="5747657" cy="992505"/>
          </a:xfrm>
        </p:spPr>
        <p:txBody>
          <a:bodyPr>
            <a:noAutofit/>
          </a:bodyPr>
          <a:lstStyle/>
          <a:p>
            <a:r>
              <a:rPr lang="en-US" dirty="0"/>
              <a:t>Company overview</a:t>
            </a:r>
          </a:p>
        </p:txBody>
      </p:sp>
      <p:sp>
        <p:nvSpPr>
          <p:cNvPr id="34" name="Graphic 8">
            <a:extLst>
              <a:ext uri="{FF2B5EF4-FFF2-40B4-BE49-F238E27FC236}">
                <a16:creationId xmlns:a16="http://schemas.microsoft.com/office/drawing/2014/main" id="{2605E566-83BF-4E26-ABAF-2EFCD9336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45311" y="1857400"/>
            <a:ext cx="691575" cy="8866"/>
          </a:xfrm>
          <a:custGeom>
            <a:avLst/>
            <a:gdLst>
              <a:gd name="connsiteX0" fmla="*/ 691576 w 691575"/>
              <a:gd name="connsiteY0" fmla="*/ 0 h 8866"/>
              <a:gd name="connsiteX1" fmla="*/ 0 w 691575"/>
              <a:gd name="connsiteY1" fmla="*/ 0 h 8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91575" h="8866">
                <a:moveTo>
                  <a:pt x="691576" y="0"/>
                </a:moveTo>
                <a:lnTo>
                  <a:pt x="0" y="0"/>
                </a:lnTo>
              </a:path>
            </a:pathLst>
          </a:custGeom>
          <a:ln w="19050" cap="flat">
            <a:solidFill>
              <a:srgbClr val="C3EF0C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Graphic 8">
            <a:extLst>
              <a:ext uri="{FF2B5EF4-FFF2-40B4-BE49-F238E27FC236}">
                <a16:creationId xmlns:a16="http://schemas.microsoft.com/office/drawing/2014/main" id="{2DBA301F-6BB2-41DC-8962-5D0CC49F7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65384" y="1857931"/>
            <a:ext cx="922101" cy="2573623"/>
          </a:xfrm>
          <a:custGeom>
            <a:avLst/>
            <a:gdLst>
              <a:gd name="connsiteX0" fmla="*/ 922101 w 922101"/>
              <a:gd name="connsiteY0" fmla="*/ 2615575 h 2615575"/>
              <a:gd name="connsiteX1" fmla="*/ 922101 w 922101"/>
              <a:gd name="connsiteY1" fmla="*/ 1134894 h 2615575"/>
              <a:gd name="connsiteX2" fmla="*/ 922101 w 922101"/>
              <a:gd name="connsiteY2" fmla="*/ 0 h 2615575"/>
              <a:gd name="connsiteX3" fmla="*/ 0 w 922101"/>
              <a:gd name="connsiteY3" fmla="*/ 0 h 2615575"/>
              <a:gd name="connsiteX0" fmla="*/ 922101 w 922101"/>
              <a:gd name="connsiteY0" fmla="*/ 2332208 h 2332208"/>
              <a:gd name="connsiteX1" fmla="*/ 922101 w 922101"/>
              <a:gd name="connsiteY1" fmla="*/ 1134894 h 2332208"/>
              <a:gd name="connsiteX2" fmla="*/ 922101 w 922101"/>
              <a:gd name="connsiteY2" fmla="*/ 0 h 2332208"/>
              <a:gd name="connsiteX3" fmla="*/ 0 w 922101"/>
              <a:gd name="connsiteY3" fmla="*/ 0 h 233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101" h="2332208">
                <a:moveTo>
                  <a:pt x="922101" y="2332208"/>
                </a:moveTo>
                <a:lnTo>
                  <a:pt x="922101" y="1134894"/>
                </a:lnTo>
                <a:lnTo>
                  <a:pt x="922101" y="0"/>
                </a:lnTo>
                <a:lnTo>
                  <a:pt x="0" y="0"/>
                </a:lnTo>
              </a:path>
            </a:pathLst>
          </a:custGeom>
          <a:noFill/>
          <a:ln w="19050" cap="flat">
            <a:solidFill>
              <a:srgbClr val="C3EF0C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866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E82690-B145-4D4F-B2D1-0B2A8C50FD7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034142" y="3971432"/>
            <a:ext cx="2941600" cy="360000"/>
          </a:xfrm>
        </p:spPr>
        <p:txBody>
          <a:bodyPr/>
          <a:lstStyle/>
          <a:p>
            <a:r>
              <a:rPr lang="en-ZA" dirty="0"/>
              <a:t>Research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40DF9D-0C9E-4C5D-9635-6B4DE10CCEE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034142" y="4605832"/>
            <a:ext cx="2941600" cy="114188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ZA" noProof="1"/>
              <a:t>We based our research on market trends and data from over 1,000 schools</a:t>
            </a:r>
          </a:p>
        </p:txBody>
      </p:sp>
      <p:pic>
        <p:nvPicPr>
          <p:cNvPr id="27" name="Picture Placeholder 11" descr="Microscope outline">
            <a:extLst>
              <a:ext uri="{FF2B5EF4-FFF2-40B4-BE49-F238E27FC236}">
                <a16:creationId xmlns:a16="http://schemas.microsoft.com/office/drawing/2014/main" id="{E7501A7A-87F1-48B8-AE66-9FB3CB45D40B}"/>
              </a:ext>
            </a:extLst>
          </p:cNvPr>
          <p:cNvPicPr>
            <a:picLocks noGrp="1" noChangeAspect="1"/>
          </p:cNvPicPr>
          <p:nvPr>
            <p:ph type="pic" sz="quarter" idx="42"/>
          </p:nvPr>
        </p:nvPicPr>
        <p:blipFill rotWithShape="1"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34142" y="3048000"/>
            <a:ext cx="769486" cy="769486"/>
          </a:xfrm>
          <a:noFill/>
          <a:ln w="95250" cap="sq" cmpd="sng" algn="ctr">
            <a:noFill/>
            <a:prstDash val="solid"/>
            <a:miter lim="800000"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1110286"/>
            <a:ext cx="10515600" cy="924808"/>
          </a:xfrm>
        </p:spPr>
        <p:txBody>
          <a:bodyPr/>
          <a:lstStyle/>
          <a:p>
            <a:r>
              <a:rPr lang="en-ZA" dirty="0"/>
              <a:t>Business model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0297407-CE4E-4284-879D-AEC39571362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4706975" y="3971432"/>
            <a:ext cx="2941600" cy="360000"/>
          </a:xfrm>
        </p:spPr>
        <p:txBody>
          <a:bodyPr>
            <a:normAutofit/>
          </a:bodyPr>
          <a:lstStyle/>
          <a:p>
            <a:r>
              <a:rPr lang="en-ZA" dirty="0"/>
              <a:t>Abstract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5C3A7BE-F7FC-4942-A31A-491A8A80610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706975" y="4605832"/>
            <a:ext cx="2941600" cy="114188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ZA" noProof="1"/>
              <a:t>We believe students need new study materials to help them succeed</a:t>
            </a:r>
          </a:p>
        </p:txBody>
      </p:sp>
      <p:pic>
        <p:nvPicPr>
          <p:cNvPr id="28" name="Picture Placeholder 15" descr="Document outline">
            <a:extLst>
              <a:ext uri="{FF2B5EF4-FFF2-40B4-BE49-F238E27FC236}">
                <a16:creationId xmlns:a16="http://schemas.microsoft.com/office/drawing/2014/main" id="{55BF36B0-70C1-41A7-97F7-10772AE3E317}"/>
              </a:ext>
            </a:extLst>
          </p:cNvPr>
          <p:cNvPicPr>
            <a:picLocks noGrp="1" noChangeAspect="1"/>
          </p:cNvPicPr>
          <p:nvPr>
            <p:ph type="pic" sz="quarter" idx="45"/>
          </p:nvPr>
        </p:nvPicPr>
        <p:blipFill rotWithShape="1"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706975" y="3048000"/>
            <a:ext cx="769486" cy="769486"/>
          </a:xfrm>
          <a:noFill/>
          <a:ln w="95250" cap="sq" cmpd="sng" algn="ctr">
            <a:noFill/>
            <a:prstDash val="solid"/>
            <a:miter lim="800000"/>
          </a:ln>
          <a:effectLst/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CCE699-03D1-4642-B46A-B14EF17DA18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8412200" y="3971432"/>
            <a:ext cx="2941600" cy="360000"/>
          </a:xfrm>
        </p:spPr>
        <p:txBody>
          <a:bodyPr>
            <a:normAutofit/>
          </a:bodyPr>
          <a:lstStyle/>
          <a:p>
            <a:r>
              <a:rPr lang="en-ZA" dirty="0"/>
              <a:t>Design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1DF189-6F2F-4C21-88CC-C82D3D0D147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412200" y="4605832"/>
            <a:ext cx="2941600" cy="114188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ZA" noProof="1"/>
              <a:t>Study tools are easy to use and accessible for all demographics</a:t>
            </a:r>
          </a:p>
        </p:txBody>
      </p:sp>
      <p:pic>
        <p:nvPicPr>
          <p:cNvPr id="29" name="Picture Placeholder 17" descr="Illustrator outline">
            <a:extLst>
              <a:ext uri="{FF2B5EF4-FFF2-40B4-BE49-F238E27FC236}">
                <a16:creationId xmlns:a16="http://schemas.microsoft.com/office/drawing/2014/main" id="{3F6B18F7-FCBF-493A-AD96-1FFF95A95E2F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 rotWithShape="1"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412200" y="3048000"/>
            <a:ext cx="769486" cy="769486"/>
          </a:xfrm>
          <a:noFill/>
          <a:ln w="95250" cap="sq" cmpd="sng" algn="ctr">
            <a:noFill/>
            <a:prstDash val="solid"/>
            <a:miter lim="800000"/>
          </a:ln>
          <a:effectLst/>
        </p:spPr>
      </p:pic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B4C05DEF-58BE-478D-BC6C-655338652023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1/7/20XX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5C44B1-BA82-483C-BD91-F89067442F9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ZA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D4A67-3A46-4F54-A12A-EAE1B53E645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9B51A1E-902D-48AF-9020-955120F399B6}" type="slidenum">
              <a:rPr lang="en-ZA" smtClean="0"/>
              <a:pPr/>
              <a:t>8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069393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12B089-A8F9-45B1-BE6E-EAC10163F08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034142" y="3266159"/>
            <a:ext cx="2941600" cy="360000"/>
          </a:xfrm>
        </p:spPr>
        <p:txBody>
          <a:bodyPr/>
          <a:lstStyle/>
          <a:p>
            <a:r>
              <a:rPr lang="en-ZA" dirty="0"/>
              <a:t>$3B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FE22F9B-4BF8-41DC-8F1C-836B546E59A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034142" y="4117103"/>
            <a:ext cx="2941600" cy="1141882"/>
          </a:xfrm>
        </p:spPr>
        <p:txBody>
          <a:bodyPr>
            <a:normAutofit/>
          </a:bodyPr>
          <a:lstStyle/>
          <a:p>
            <a:r>
              <a:rPr lang="en-ZA" dirty="0"/>
              <a:t>Opportunity to build</a:t>
            </a:r>
          </a:p>
          <a:p>
            <a:r>
              <a:rPr lang="en-ZA" dirty="0"/>
              <a:t>Fully inclusive market</a:t>
            </a:r>
          </a:p>
          <a:p>
            <a:r>
              <a:rPr lang="en-ZA" dirty="0"/>
              <a:t>Total addressable market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1110286"/>
            <a:ext cx="10515600" cy="924808"/>
          </a:xfrm>
        </p:spPr>
        <p:txBody>
          <a:bodyPr/>
          <a:lstStyle/>
          <a:p>
            <a:r>
              <a:rPr lang="en-US" dirty="0"/>
              <a:t>Market overview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515C5D-2CDB-4E66-B2B8-1451BC4424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4706975" y="3266159"/>
            <a:ext cx="2941600" cy="360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ZA" dirty="0"/>
              <a:t>$2B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B35F89A-6CDF-41F7-BD87-18B45BD7330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706975" y="4117103"/>
            <a:ext cx="2941600" cy="114188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noProof="1"/>
              <a:t>Freedom to invent</a:t>
            </a:r>
            <a:endParaRPr lang="en-US" dirty="0"/>
          </a:p>
          <a:p>
            <a:r>
              <a:rPr lang="en-ZA" noProof="1"/>
              <a:t>Selectively inclusive market</a:t>
            </a:r>
          </a:p>
          <a:p>
            <a:r>
              <a:rPr lang="en-ZA" noProof="1"/>
              <a:t>Serviceable available market</a:t>
            </a:r>
          </a:p>
          <a:p>
            <a:endParaRPr lang="en-ZA" noProof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E1C399-8F48-44F5-9461-3C89866D4CE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8412200" y="3266159"/>
            <a:ext cx="2941600" cy="360000"/>
          </a:xfrm>
        </p:spPr>
        <p:txBody>
          <a:bodyPr/>
          <a:lstStyle/>
          <a:p>
            <a:r>
              <a:rPr lang="en-US" dirty="0"/>
              <a:t>$</a:t>
            </a:r>
            <a:r>
              <a:rPr lang="en-ZA" dirty="0"/>
              <a:t>1B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92B9716-8D44-4864-8986-720957B3436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412200" y="4117103"/>
            <a:ext cx="2941600" cy="1141882"/>
          </a:xfrm>
        </p:spPr>
        <p:txBody>
          <a:bodyPr>
            <a:normAutofit lnSpcReduction="10000"/>
          </a:bodyPr>
          <a:lstStyle/>
          <a:p>
            <a:r>
              <a:rPr lang="en-ZA" noProof="1"/>
              <a:t>Few competitors</a:t>
            </a:r>
          </a:p>
          <a:p>
            <a:r>
              <a:rPr lang="en-ZA" noProof="1"/>
              <a:t>Specifically targeted market</a:t>
            </a:r>
          </a:p>
          <a:p>
            <a:r>
              <a:rPr lang="en-ZA" noProof="1"/>
              <a:t>Serviceable obtainable market</a:t>
            </a:r>
            <a:endParaRPr lang="en-ZA" dirty="0"/>
          </a:p>
          <a:p>
            <a:endParaRPr lang="en-US" dirty="0"/>
          </a:p>
        </p:txBody>
      </p:sp>
      <p:sp>
        <p:nvSpPr>
          <p:cNvPr id="40" name="Date Placeholder 39">
            <a:extLst>
              <a:ext uri="{FF2B5EF4-FFF2-40B4-BE49-F238E27FC236}">
                <a16:creationId xmlns:a16="http://schemas.microsoft.com/office/drawing/2014/main" id="{B6D7F6A5-1D32-4FB4-A25C-6E4A52871CD3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1/7/20XX</a:t>
            </a:r>
          </a:p>
        </p:txBody>
      </p:sp>
      <p:sp>
        <p:nvSpPr>
          <p:cNvPr id="29" name="Footer Placeholder 28">
            <a:extLst>
              <a:ext uri="{FF2B5EF4-FFF2-40B4-BE49-F238E27FC236}">
                <a16:creationId xmlns:a16="http://schemas.microsoft.com/office/drawing/2014/main" id="{D6F367EF-C259-4088-BD7A-95D314F0B28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ZA" dirty="0"/>
              <a:t>Pitch deck</a:t>
            </a:r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8875A7EC-3DB7-4BAF-9699-4DCDE45D006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9B51A1E-902D-48AF-9020-955120F399B6}" type="slidenum">
              <a:rPr lang="en-ZA" smtClean="0"/>
              <a:pPr/>
              <a:t>9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21178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5FB75C3E-5885-49DD-8190-BB1E8C511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3720" y="1419438"/>
            <a:ext cx="4450080" cy="924808"/>
          </a:xfrm>
        </p:spPr>
        <p:txBody>
          <a:bodyPr/>
          <a:lstStyle/>
          <a:p>
            <a:r>
              <a:rPr lang="en-ZA" dirty="0"/>
              <a:t>Market comparison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42237DE-8579-4920-9331-C835DA7AE69A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366082" y="3009550"/>
            <a:ext cx="1254314" cy="360000"/>
          </a:xfrm>
        </p:spPr>
        <p:txBody>
          <a:bodyPr>
            <a:normAutofit/>
          </a:bodyPr>
          <a:lstStyle/>
          <a:p>
            <a:r>
              <a:rPr lang="en-ZA" dirty="0"/>
              <a:t>billion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16852965-5187-4677-B878-4167E7B6925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366082" y="4017086"/>
            <a:ext cx="1254314" cy="360000"/>
          </a:xfrm>
        </p:spPr>
        <p:txBody>
          <a:bodyPr>
            <a:normAutofit/>
          </a:bodyPr>
          <a:lstStyle/>
          <a:p>
            <a:r>
              <a:rPr lang="en-ZA" dirty="0"/>
              <a:t>billion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FB4B73B3-17D0-4AD4-A250-23C177FEC52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366082" y="4957948"/>
            <a:ext cx="1254314" cy="360000"/>
          </a:xfrm>
        </p:spPr>
        <p:txBody>
          <a:bodyPr>
            <a:normAutofit/>
          </a:bodyPr>
          <a:lstStyle/>
          <a:p>
            <a:r>
              <a:rPr lang="en-ZA" dirty="0"/>
              <a:t>billion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A362839C-0A6B-4785-ACD4-42645537AFF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903720" y="2816574"/>
            <a:ext cx="561421" cy="627254"/>
          </a:xfrm>
        </p:spPr>
        <p:txBody>
          <a:bodyPr/>
          <a:lstStyle/>
          <a:p>
            <a:r>
              <a:rPr lang="en-ZA" dirty="0"/>
              <a:t>3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D57220B4-795B-4602-8E69-5D53D12DCC8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03720" y="3805802"/>
            <a:ext cx="561421" cy="627254"/>
          </a:xfrm>
        </p:spPr>
        <p:txBody>
          <a:bodyPr/>
          <a:lstStyle/>
          <a:p>
            <a:r>
              <a:rPr lang="en-ZA" dirty="0"/>
              <a:t>2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AF961A7D-A035-4952-BEF5-34EE93A2486F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903721" y="4795030"/>
            <a:ext cx="561421" cy="627254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ZA" noProof="1"/>
              <a:t>1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3C7B196D-A4EB-4450-8C2E-D4F26C77F84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29106" y="3058998"/>
            <a:ext cx="2427514" cy="715169"/>
          </a:xfrm>
        </p:spPr>
        <p:txBody>
          <a:bodyPr>
            <a:normAutofit/>
          </a:bodyPr>
          <a:lstStyle/>
          <a:p>
            <a:r>
              <a:rPr lang="en-ZA" dirty="0"/>
              <a:t>Opportunity to build</a:t>
            </a:r>
          </a:p>
          <a:p>
            <a:r>
              <a:rPr lang="en-ZA" dirty="0"/>
              <a:t>Addressable market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2463A9-91ED-406C-A142-DF9DBB5C018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629106" y="4069174"/>
            <a:ext cx="2427514" cy="715169"/>
          </a:xfrm>
        </p:spPr>
        <p:txBody>
          <a:bodyPr vert="horz" lIns="0" tIns="45720" rIns="91440" bIns="45720" rtlCol="0" anchor="t">
            <a:normAutofit/>
          </a:bodyPr>
          <a:lstStyle/>
          <a:p>
            <a:r>
              <a:rPr lang="en-US" dirty="0"/>
              <a:t>Freedom to invent</a:t>
            </a:r>
          </a:p>
          <a:p>
            <a:r>
              <a:rPr lang="en-US" dirty="0"/>
              <a:t>Serviceable market</a:t>
            </a:r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B5A11B9F-68B0-405D-8B6F-DDBC74E10DDA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629106" y="5011206"/>
            <a:ext cx="2427514" cy="715169"/>
          </a:xfrm>
        </p:spPr>
        <p:txBody>
          <a:bodyPr vert="horz" lIns="0" tIns="45720" rIns="91440" bIns="45720" rtlCol="0" anchor="t">
            <a:normAutofit/>
          </a:bodyPr>
          <a:lstStyle/>
          <a:p>
            <a:r>
              <a:rPr lang="en-ZA" noProof="1"/>
              <a:t>Few competitors</a:t>
            </a:r>
          </a:p>
          <a:p>
            <a:r>
              <a:rPr lang="en-ZA" noProof="1"/>
              <a:t>Addressable market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204F2788-A549-4606-823A-C92CBBB1C0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1/7/20XX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89B3FF9D-418C-420B-A25C-234C4E3D0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D5E2A87B-0EA4-4713-9221-35871F264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FF96520-E4CE-4EAD-8ABF-1D2297D6B3AA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246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429000"/>
            <a:ext cx="4114797" cy="2747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ZA" noProof="1"/>
              <a:t>Our curriculum is priced below that of other tools in the education market</a:t>
            </a:r>
          </a:p>
          <a:p>
            <a:r>
              <a:rPr lang="en-ZA" noProof="1"/>
              <a:t>Simple and easy to use, compared to the complex tools of the competitors</a:t>
            </a:r>
          </a:p>
          <a:p>
            <a:r>
              <a:rPr lang="en-ZA" noProof="1"/>
              <a:t>Affordability is the main draw for educators to adopt our products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AEAF2965-1DCE-4B93-BD47-2AD94F6E3D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39003" y="3429000"/>
            <a:ext cx="4114797" cy="2747962"/>
          </a:xfrm>
        </p:spPr>
        <p:txBody>
          <a:bodyPr>
            <a:normAutofit/>
          </a:bodyPr>
          <a:lstStyle/>
          <a:p>
            <a:r>
              <a:rPr lang="en-ZA" noProof="1"/>
              <a:t>Company A</a:t>
            </a:r>
            <a:br>
              <a:rPr lang="en-ZA" noProof="1"/>
            </a:br>
            <a:r>
              <a:rPr lang="en-ZA" noProof="1"/>
              <a:t>Product is more expensive</a:t>
            </a:r>
          </a:p>
          <a:p>
            <a:r>
              <a:rPr lang="en-ZA" noProof="1"/>
              <a:t>Companies B &amp; C </a:t>
            </a:r>
            <a:br>
              <a:rPr lang="en-ZA" noProof="1"/>
            </a:br>
            <a:r>
              <a:rPr lang="en-ZA" noProof="1"/>
              <a:t>Product is expensive and inconvenient to use</a:t>
            </a:r>
          </a:p>
          <a:p>
            <a:r>
              <a:rPr lang="en-ZA" noProof="1"/>
              <a:t>Companies D &amp; E</a:t>
            </a:r>
            <a:br>
              <a:rPr lang="en-ZA" noProof="1"/>
            </a:br>
            <a:r>
              <a:rPr lang="en-ZA" noProof="1"/>
              <a:t>Product is affordable, but inconvenient to use</a:t>
            </a:r>
          </a:p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6171E3-6A52-42BD-8AAC-1F0EC686A3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1/7/20XX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B604E6A-773D-4777-825E-8D25A2E7E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500" y="6356350"/>
            <a:ext cx="876300" cy="365125"/>
          </a:xfrm>
        </p:spPr>
        <p:txBody>
          <a:bodyPr/>
          <a:lstStyle/>
          <a:p>
            <a:fld id="{9FF96520-E4CE-4EAD-8ABF-1D2297D6B3AA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670094"/>
            <a:ext cx="10134601" cy="924808"/>
          </a:xfrm>
        </p:spPr>
        <p:txBody>
          <a:bodyPr/>
          <a:lstStyle/>
          <a:p>
            <a:r>
              <a:rPr lang="en-US" dirty="0"/>
              <a:t>Our competition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657664-A458-4DDD-ACC2-1D87FCD6FCA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38201" y="2413000"/>
            <a:ext cx="4114795" cy="493710"/>
          </a:xfrm>
        </p:spPr>
        <p:txBody>
          <a:bodyPr/>
          <a:lstStyle/>
          <a:p>
            <a:r>
              <a:rPr lang="en-ZA" dirty="0"/>
              <a:t>Contoso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78017FE-712E-4E95-B483-B700F1AA4B2A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7239003" y="2413000"/>
            <a:ext cx="4114797" cy="493710"/>
          </a:xfrm>
        </p:spPr>
        <p:txBody>
          <a:bodyPr/>
          <a:lstStyle/>
          <a:p>
            <a:r>
              <a:rPr lang="en-US" dirty="0"/>
              <a:t>Competitors</a:t>
            </a:r>
          </a:p>
        </p:txBody>
      </p:sp>
      <p:sp>
        <p:nvSpPr>
          <p:cNvPr id="46" name="Footer Placeholder 45">
            <a:extLst>
              <a:ext uri="{FF2B5EF4-FFF2-40B4-BE49-F238E27FC236}">
                <a16:creationId xmlns:a16="http://schemas.microsoft.com/office/drawing/2014/main" id="{05826AED-802F-40C1-9AD0-8144FA96F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2" y="6356350"/>
            <a:ext cx="3038469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DEF6CD5-D495-4379-8072-964BD6FF4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51343" y="2864204"/>
            <a:ext cx="1485125" cy="508000"/>
          </a:xfrm>
          <a:prstGeom prst="rect">
            <a:avLst/>
          </a:prstGeom>
          <a:gradFill>
            <a:gsLst>
              <a:gs pos="100000">
                <a:schemeClr val="accent2"/>
              </a:gs>
              <a:gs pos="8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97FAAF-FD5C-4EDE-A2D8-1482664534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42517" y="2223604"/>
            <a:ext cx="1706965" cy="492025"/>
          </a:xfrm>
        </p:spPr>
        <p:txBody>
          <a:bodyPr>
            <a:normAutofit/>
          </a:bodyPr>
          <a:lstStyle/>
          <a:p>
            <a:r>
              <a:rPr lang="en-ZA" dirty="0"/>
              <a:t>Convenient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F0BD43D-EBFD-48E7-A1D3-EB9228D4C58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42517" y="5341910"/>
            <a:ext cx="1706965" cy="492025"/>
          </a:xfrm>
        </p:spPr>
        <p:txBody>
          <a:bodyPr>
            <a:normAutofit/>
          </a:bodyPr>
          <a:lstStyle/>
          <a:p>
            <a:r>
              <a:rPr lang="en-ZA" dirty="0"/>
              <a:t>Inconvenient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9C0C8B1-2DBC-40B1-BBA7-7B3D396478A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973118" y="3783794"/>
            <a:ext cx="1380681" cy="492025"/>
          </a:xfrm>
        </p:spPr>
        <p:txBody>
          <a:bodyPr>
            <a:normAutofit/>
          </a:bodyPr>
          <a:lstStyle/>
          <a:p>
            <a:r>
              <a:rPr lang="en-ZA" dirty="0"/>
              <a:t>Expensive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2F06784-6A30-4941-B70A-A58B611950D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738732" y="3012526"/>
            <a:ext cx="1183179" cy="492025"/>
          </a:xfrm>
        </p:spPr>
        <p:txBody>
          <a:bodyPr>
            <a:normAutofit/>
          </a:bodyPr>
          <a:lstStyle/>
          <a:p>
            <a:r>
              <a:rPr lang="en-ZA" dirty="0"/>
              <a:t>Competitor A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549102B-A15B-4DD9-ACB2-6B3DFC454BF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175224" y="4332980"/>
            <a:ext cx="1183179" cy="492025"/>
          </a:xfrm>
        </p:spPr>
        <p:txBody>
          <a:bodyPr/>
          <a:lstStyle/>
          <a:p>
            <a:r>
              <a:rPr lang="en-US" dirty="0"/>
              <a:t>Competitor 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0C260980-EF18-41EE-988C-77869BE499F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637747" y="4507451"/>
            <a:ext cx="1183179" cy="492025"/>
          </a:xfrm>
        </p:spPr>
        <p:txBody>
          <a:bodyPr/>
          <a:lstStyle/>
          <a:p>
            <a:r>
              <a:rPr lang="en-US" dirty="0"/>
              <a:t>Competitor D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CD579A6-0EB2-419B-BCC6-66087EBC5C2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52714" y="4194908"/>
            <a:ext cx="1183179" cy="492025"/>
          </a:xfrm>
        </p:spPr>
        <p:txBody>
          <a:bodyPr/>
          <a:lstStyle/>
          <a:p>
            <a:r>
              <a:rPr lang="en-US" dirty="0"/>
              <a:t>Competitor C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0D7295E-2606-43E1-8F52-683161B21F4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801857" y="5068793"/>
            <a:ext cx="1183179" cy="492025"/>
          </a:xfrm>
        </p:spPr>
        <p:txBody>
          <a:bodyPr/>
          <a:lstStyle/>
          <a:p>
            <a:r>
              <a:rPr lang="en-US" dirty="0"/>
              <a:t>Competitor B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0AAD220-6BD1-4E02-8872-3975FE881A0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034142" y="3783794"/>
            <a:ext cx="1393863" cy="492025"/>
          </a:xfrm>
        </p:spPr>
        <p:txBody>
          <a:bodyPr/>
          <a:lstStyle/>
          <a:p>
            <a:r>
              <a:rPr lang="en-US" dirty="0"/>
              <a:t>affordable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7B7FD816-4B5B-460E-89BC-DCA4C0FA59D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539963" y="2611626"/>
            <a:ext cx="1706965" cy="1048575"/>
          </a:xfrm>
        </p:spPr>
        <p:txBody>
          <a:bodyPr/>
          <a:lstStyle/>
          <a:p>
            <a:r>
              <a:rPr lang="en-US" dirty="0"/>
              <a:t>Contoso Ltd.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5C0770-A36E-4500-AA2E-F3DE8416A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1110286"/>
            <a:ext cx="10319657" cy="924808"/>
          </a:xfrm>
        </p:spPr>
        <p:txBody>
          <a:bodyPr/>
          <a:lstStyle/>
          <a:p>
            <a:r>
              <a:rPr lang="en-ZA" dirty="0"/>
              <a:t>Our competition </a:t>
            </a:r>
          </a:p>
        </p:txBody>
      </p:sp>
      <p:sp>
        <p:nvSpPr>
          <p:cNvPr id="78" name="Date Placeholder 1">
            <a:extLst>
              <a:ext uri="{FF2B5EF4-FFF2-40B4-BE49-F238E27FC236}">
                <a16:creationId xmlns:a16="http://schemas.microsoft.com/office/drawing/2014/main" id="{B9300F9B-D9B2-4514-B27B-40D47B1615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1/7/20XX</a:t>
            </a:r>
          </a:p>
        </p:txBody>
      </p:sp>
      <p:sp>
        <p:nvSpPr>
          <p:cNvPr id="79" name="Footer Placeholder 2">
            <a:extLst>
              <a:ext uri="{FF2B5EF4-FFF2-40B4-BE49-F238E27FC236}">
                <a16:creationId xmlns:a16="http://schemas.microsoft.com/office/drawing/2014/main" id="{AD1C7E10-860A-4F80-B2B8-0B725F23D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80" name="Slide Number Placeholder 7">
            <a:extLst>
              <a:ext uri="{FF2B5EF4-FFF2-40B4-BE49-F238E27FC236}">
                <a16:creationId xmlns:a16="http://schemas.microsoft.com/office/drawing/2014/main" id="{72CAD255-3B09-43D2-AE05-C6A79D8DA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FF96520-E4CE-4EAD-8ABF-1D2297D6B3AA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396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FB19BD1C-075E-A74F-B379-737B98CAF0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57335" y="1822008"/>
            <a:ext cx="3295186" cy="320381"/>
          </a:xfrm>
        </p:spPr>
        <p:txBody>
          <a:bodyPr vert="horz" lIns="0" tIns="45720" rIns="91440" bIns="45720" rtlCol="0" anchor="t">
            <a:normAutofit fontScale="92500" lnSpcReduction="10000"/>
          </a:bodyPr>
          <a:lstStyle/>
          <a:p>
            <a:r>
              <a:rPr lang="en-US" dirty="0"/>
              <a:t>Feb 20XX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724BB97F-B86E-2C42-8391-A2B8B7D7DC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57335" y="2167484"/>
            <a:ext cx="3294437" cy="54010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Roll out product to local schools to establish new STEM curriculum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70A38C9-2298-46BC-99F7-046518774692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1/7/20XX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A1E09EC-39FF-4EB8-8F0B-AA0BB813F0A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874D5FC-7122-4EA9-A7AA-BA3F9A46DF3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559B810C-73DF-B44C-80E1-083E2F3B7C5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080795" y="3339988"/>
            <a:ext cx="3295186" cy="320381"/>
          </a:xfrm>
        </p:spPr>
        <p:txBody>
          <a:bodyPr/>
          <a:lstStyle/>
          <a:p>
            <a:r>
              <a:rPr lang="en-US" dirty="0"/>
              <a:t>May 20XX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1FA41B41-DD97-A64E-8203-BA7A580F5A1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080795" y="3685464"/>
            <a:ext cx="3294437" cy="54010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Release to regional school districts and monitor trends in each school</a:t>
            </a:r>
          </a:p>
          <a:p>
            <a:endParaRPr lang="en-US" dirty="0"/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D1DAC95E-B0DB-8B46-B628-F1B5520F05C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31710" y="4857968"/>
            <a:ext cx="3295186" cy="320381"/>
          </a:xfrm>
        </p:spPr>
        <p:txBody>
          <a:bodyPr/>
          <a:lstStyle/>
          <a:p>
            <a:r>
              <a:rPr lang="en-US" dirty="0"/>
              <a:t>Oct 20XX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84DA0D9F-5083-A949-8155-00F064833CB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31710" y="5203444"/>
            <a:ext cx="3294437" cy="54010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Gather feedback from teachers and continue to expand availability of the product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605AF1-623C-4E09-AB5D-8DD05714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1110286"/>
            <a:ext cx="10319657" cy="924808"/>
          </a:xfrm>
        </p:spPr>
        <p:txBody>
          <a:bodyPr>
            <a:normAutofit/>
          </a:bodyPr>
          <a:lstStyle/>
          <a:p>
            <a:r>
              <a:rPr lang="en-ZA" dirty="0"/>
              <a:t>SCALING FOR the future</a:t>
            </a:r>
          </a:p>
        </p:txBody>
      </p:sp>
    </p:spTree>
    <p:extLst>
      <p:ext uri="{BB962C8B-B14F-4D97-AF65-F5344CB8AC3E}">
        <p14:creationId xmlns:p14="http://schemas.microsoft.com/office/powerpoint/2010/main" val="3735685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C6715B5-2190-4A3A-B45B-26A2669D1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4142" y="2046288"/>
            <a:ext cx="5544458" cy="823912"/>
          </a:xfrm>
        </p:spPr>
        <p:txBody>
          <a:bodyPr/>
          <a:lstStyle/>
          <a:p>
            <a:r>
              <a:rPr lang="en-US" dirty="0"/>
              <a:t>Key metrics</a:t>
            </a:r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1CA23F63-61EC-4BE5-8A2D-0A89EBD54F6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30587422"/>
              </p:ext>
            </p:extLst>
          </p:nvPr>
        </p:nvGraphicFramePr>
        <p:xfrm>
          <a:off x="1033463" y="3162300"/>
          <a:ext cx="5062535" cy="282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507">
                  <a:extLst>
                    <a:ext uri="{9D8B030D-6E8A-4147-A177-3AD203B41FA5}">
                      <a16:colId xmlns:a16="http://schemas.microsoft.com/office/drawing/2014/main" val="3233966979"/>
                    </a:ext>
                  </a:extLst>
                </a:gridCol>
                <a:gridCol w="1012507">
                  <a:extLst>
                    <a:ext uri="{9D8B030D-6E8A-4147-A177-3AD203B41FA5}">
                      <a16:colId xmlns:a16="http://schemas.microsoft.com/office/drawing/2014/main" val="1158840958"/>
                    </a:ext>
                  </a:extLst>
                </a:gridCol>
                <a:gridCol w="1012507">
                  <a:extLst>
                    <a:ext uri="{9D8B030D-6E8A-4147-A177-3AD203B41FA5}">
                      <a16:colId xmlns:a16="http://schemas.microsoft.com/office/drawing/2014/main" val="1014947327"/>
                    </a:ext>
                  </a:extLst>
                </a:gridCol>
                <a:gridCol w="1012507">
                  <a:extLst>
                    <a:ext uri="{9D8B030D-6E8A-4147-A177-3AD203B41FA5}">
                      <a16:colId xmlns:a16="http://schemas.microsoft.com/office/drawing/2014/main" val="2653728004"/>
                    </a:ext>
                  </a:extLst>
                </a:gridCol>
                <a:gridCol w="1012507">
                  <a:extLst>
                    <a:ext uri="{9D8B030D-6E8A-4147-A177-3AD203B41FA5}">
                      <a16:colId xmlns:a16="http://schemas.microsoft.com/office/drawing/2014/main" val="4218738779"/>
                    </a:ext>
                  </a:extLst>
                </a:gridCol>
              </a:tblGrid>
              <a:tr h="816360"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Clients</a:t>
                      </a:r>
                      <a:endParaRPr lang="ru-RU" sz="120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Orders</a:t>
                      </a:r>
                      <a:endParaRPr lang="ru-RU" sz="120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Gross revenue</a:t>
                      </a:r>
                      <a:endParaRPr lang="ru-RU" sz="120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Net revenue</a:t>
                      </a:r>
                      <a:endParaRPr lang="ru-RU" sz="120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3590700"/>
                  </a:ext>
                </a:extLst>
              </a:tr>
              <a:tr h="124012">
                <a:tc gridSpan="5">
                  <a:txBody>
                    <a:bodyPr/>
                    <a:lstStyle/>
                    <a:p>
                      <a:endParaRPr lang="en-US" sz="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chemeClr val="accent1"/>
                        </a:gs>
                        <a:gs pos="100000">
                          <a:schemeClr val="accent2"/>
                        </a:gs>
                      </a:gsLst>
                      <a:lin ang="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278833"/>
                  </a:ext>
                </a:extLst>
              </a:tr>
              <a:tr h="47021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20XX</a:t>
                      </a:r>
                      <a:endParaRPr lang="ru-RU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ru-RU" sz="120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1100</a:t>
                      </a:r>
                      <a:endParaRPr lang="ru-RU" sz="120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$10,000</a:t>
                      </a:r>
                      <a:endParaRPr lang="ru-RU" sz="120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$7,000</a:t>
                      </a:r>
                      <a:endParaRPr lang="ru-RU" sz="120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0826746"/>
                  </a:ext>
                </a:extLst>
              </a:tr>
              <a:tr h="47021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20XX</a:t>
                      </a:r>
                      <a:endParaRPr lang="ru-RU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ru-RU" sz="120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ru-RU" sz="120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$20,000</a:t>
                      </a:r>
                      <a:endParaRPr lang="ru-RU" sz="120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$16,000</a:t>
                      </a:r>
                      <a:endParaRPr lang="ru-RU" sz="120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7333721"/>
                  </a:ext>
                </a:extLst>
              </a:tr>
              <a:tr h="47021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20XX</a:t>
                      </a:r>
                      <a:endParaRPr lang="ru-RU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ru-RU" sz="120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300</a:t>
                      </a:r>
                      <a:endParaRPr lang="ru-RU" sz="120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$30,000</a:t>
                      </a:r>
                      <a:endParaRPr lang="ru-RU" sz="120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$25,000</a:t>
                      </a:r>
                      <a:endParaRPr lang="ru-RU" sz="120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589815"/>
                  </a:ext>
                </a:extLst>
              </a:tr>
              <a:tr h="47021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20XX</a:t>
                      </a:r>
                      <a:endParaRPr lang="ru-RU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ru-RU" sz="120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400</a:t>
                      </a:r>
                      <a:endParaRPr lang="ru-RU" sz="120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$40,000</a:t>
                      </a:r>
                      <a:endParaRPr lang="ru-RU" sz="120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$30,000</a:t>
                      </a:r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832805"/>
                  </a:ext>
                </a:extLst>
              </a:tr>
            </a:tbl>
          </a:graphicData>
        </a:graphic>
      </p:graphicFrame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54CD4A7-4E1A-4902-993B-81A396A367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240588" y="2046288"/>
            <a:ext cx="4114800" cy="823912"/>
          </a:xfrm>
        </p:spPr>
        <p:txBody>
          <a:bodyPr/>
          <a:lstStyle/>
          <a:p>
            <a:r>
              <a:rPr lang="en-US" dirty="0"/>
              <a:t>Revenue by year</a:t>
            </a:r>
          </a:p>
        </p:txBody>
      </p:sp>
      <p:graphicFrame>
        <p:nvGraphicFramePr>
          <p:cNvPr id="27" name="Content Placeholder 13" descr="Chart">
            <a:extLst>
              <a:ext uri="{FF2B5EF4-FFF2-40B4-BE49-F238E27FC236}">
                <a16:creationId xmlns:a16="http://schemas.microsoft.com/office/drawing/2014/main" id="{864E5252-A4EE-4C7C-AF7F-132ED2B8ECD8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161711247"/>
              </p:ext>
            </p:extLst>
          </p:nvPr>
        </p:nvGraphicFramePr>
        <p:xfrm>
          <a:off x="7240588" y="3162300"/>
          <a:ext cx="4114800" cy="30273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B095202E-1CEC-4522-897F-6C23B1EBDB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1/7/20XX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C7DA2B65-5247-4D26-8C50-9105D34D6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8BD9C6F-9710-4314-A4D1-339802AD8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FF96520-E4CE-4EAD-8ABF-1D2297D6B3AA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71188AF-1B8F-40DD-90B1-DC0F52BA4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1110286"/>
            <a:ext cx="10319657" cy="924808"/>
          </a:xfrm>
        </p:spPr>
        <p:txBody>
          <a:bodyPr/>
          <a:lstStyle/>
          <a:p>
            <a:r>
              <a:rPr lang="en-US" dirty="0"/>
              <a:t>Traction</a:t>
            </a:r>
          </a:p>
        </p:txBody>
      </p:sp>
    </p:spTree>
    <p:extLst>
      <p:ext uri="{BB962C8B-B14F-4D97-AF65-F5344CB8AC3E}">
        <p14:creationId xmlns:p14="http://schemas.microsoft.com/office/powerpoint/2010/main" val="460935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6861FF3-B902-4DEC-B46D-0F2E499C51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14399" y="3354712"/>
            <a:ext cx="731520" cy="457200"/>
          </a:xfrm>
        </p:spPr>
        <p:txBody>
          <a:bodyPr>
            <a:normAutofit/>
          </a:bodyPr>
          <a:lstStyle/>
          <a:p>
            <a:r>
              <a:rPr lang="en-ZA" dirty="0"/>
              <a:t>20XX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5941AA2-C85B-41A7-9264-A0C66F32930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965960" y="3502152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ZA" dirty="0"/>
              <a:t>JAN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C4BD3D3-C7A9-46F1-8ED8-AB8D1BB8926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2753880" y="3502152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ZA" dirty="0"/>
              <a:t>FEB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0830F660-D88D-4A5F-8F7C-44B1D5C8E66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541800" y="3502152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ZA" dirty="0"/>
              <a:t>Mar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C77C5603-8643-4603-9AC4-34B768C3DBB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329720" y="3502152"/>
            <a:ext cx="640080" cy="201776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ZA" dirty="0"/>
              <a:t>Apr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73EDDDB-6509-4407-BA35-232AAF9F198D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14400" y="4292468"/>
            <a:ext cx="731520" cy="457200"/>
          </a:xfrm>
        </p:spPr>
        <p:txBody>
          <a:bodyPr>
            <a:normAutofit/>
          </a:bodyPr>
          <a:lstStyle/>
          <a:p>
            <a:r>
              <a:rPr lang="en-ZA" dirty="0"/>
              <a:t>20XX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33A061F-AC2A-4E3F-B448-DC6FEC307A53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117640" y="3502152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ZA" dirty="0"/>
              <a:t>May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AC81818-8260-4E49-9FCC-569FDE30B0B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905560" y="3502152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ZA" dirty="0"/>
              <a:t>Jun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1FD068B-6917-4C40-B40D-5F7B670EA7B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693480" y="3502152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ZA" dirty="0"/>
              <a:t>Jul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E71AD-30AF-4021-B577-B686EC6DA329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057240" y="3502152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ZA" dirty="0"/>
              <a:t>Oct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8E5FFBE-125E-43C8-A66E-DE8D2FE7AF3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481400" y="3502152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ZA" dirty="0"/>
              <a:t>AUG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209F81D-5EC6-4D97-B0C2-AC00081AB1A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269320" y="3502152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ZA" dirty="0"/>
              <a:t>SEP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A477EE3-A17C-4158-91E8-03A401BE96CB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845160" y="3502152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ZA" dirty="0"/>
              <a:t>Nov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477818B-3CAB-4A39-939D-99E98D2EE68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633085" y="3502152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ZA" dirty="0"/>
              <a:t>Dec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7907FC8-DAAF-4896-A2B1-C173BF2FAE69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69915" y="4425696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ZA" dirty="0"/>
              <a:t>Jan</a:t>
            </a:r>
          </a:p>
        </p:txBody>
      </p:sp>
      <p:sp>
        <p:nvSpPr>
          <p:cNvPr id="11" name="Year">
            <a:extLst>
              <a:ext uri="{FF2B5EF4-FFF2-40B4-BE49-F238E27FC236}">
                <a16:creationId xmlns:a16="http://schemas.microsoft.com/office/drawing/2014/main" id="{44D29552-2F85-4F4F-9B7F-B79798681FB6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757602" y="4425696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ZA" dirty="0"/>
              <a:t>Feb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EC65619-A68A-4D21-9D17-40F8692EF196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3545289" y="4425696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ZA" dirty="0"/>
              <a:t>Mar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9C4CCA5-A2BE-4897-994D-9B1669D69FD3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332976" y="4425696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ZA" dirty="0"/>
              <a:t>Apr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C5FD452-DC3E-4D62-B19B-0A79E604A8A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120663" y="4425696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ZA" dirty="0"/>
              <a:t>May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96D290B2-F312-4D9A-96C7-D40523406AC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908350" y="4425696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ZA" dirty="0"/>
              <a:t>Jun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0E52477-0BA9-471B-B2C2-F1A03FCF188F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6696037" y="4425696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ZA" dirty="0"/>
              <a:t>Jul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70D1D022-03FA-47E6-8430-252C6D5B4C4E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9059098" y="4425696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ZA" dirty="0"/>
              <a:t>Oct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FA7483FC-7290-41B1-B371-ECA1174519DE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7483724" y="4425696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ZA" dirty="0"/>
              <a:t>Aug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B7A506EE-32D5-4685-97A6-8FDFEF238C43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8271411" y="4425696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ZA" dirty="0"/>
              <a:t>SEP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1787EDAC-5EAB-4A0D-9BD2-D6E9FD0B26A1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9846785" y="4425696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ZA" dirty="0"/>
              <a:t>Nov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49E385-DCE9-4DC9-8F0A-F8BAF02D97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10634472" y="4425696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ZA" dirty="0"/>
              <a:t>Dec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684294-49A0-4C63-A7D7-E3BF9E591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670094"/>
            <a:ext cx="10134601" cy="924808"/>
          </a:xfrm>
        </p:spPr>
        <p:txBody>
          <a:bodyPr/>
          <a:lstStyle/>
          <a:p>
            <a:r>
              <a:rPr lang="en-ZA" dirty="0"/>
              <a:t>Two-year action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5DC9D9-96D8-47D8-9160-3CA44DC61D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1/7/20XX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35BD6B-402B-4987-9FCE-9A6924EE2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ZA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9ECD5-0EAD-48D0-B30B-16305BC10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9B51A1E-902D-48AF-9020-955120F399B6}" type="slidenum">
              <a:rPr lang="en-ZA" smtClean="0"/>
              <a:pPr/>
              <a:t>15</a:t>
            </a:fld>
            <a:endParaRPr lang="en-ZA" dirty="0"/>
          </a:p>
        </p:txBody>
      </p:sp>
      <p:cxnSp>
        <p:nvCxnSpPr>
          <p:cNvPr id="51" name="Straight Connector 50" descr="Milestone Connector">
            <a:extLst>
              <a:ext uri="{FF2B5EF4-FFF2-40B4-BE49-F238E27FC236}">
                <a16:creationId xmlns:a16="http://schemas.microsoft.com/office/drawing/2014/main" id="{08DB31DC-8655-4956-9B1E-754B8549DC2B}"/>
              </a:ext>
            </a:extLst>
          </p:cNvPr>
          <p:cNvCxnSpPr>
            <a:cxnSpLocks/>
          </p:cNvCxnSpPr>
          <p:nvPr/>
        </p:nvCxnSpPr>
        <p:spPr>
          <a:xfrm rot="10800000">
            <a:off x="9121117" y="4376128"/>
            <a:ext cx="0" cy="85725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 Placeholder 32">
            <a:extLst>
              <a:ext uri="{FF2B5EF4-FFF2-40B4-BE49-F238E27FC236}">
                <a16:creationId xmlns:a16="http://schemas.microsoft.com/office/drawing/2014/main" id="{A73003EF-6143-460A-9787-61DCD9FD999B}"/>
              </a:ext>
            </a:extLst>
          </p:cNvPr>
          <p:cNvSpPr txBox="1">
            <a:spLocks/>
          </p:cNvSpPr>
          <p:nvPr/>
        </p:nvSpPr>
        <p:spPr>
          <a:xfrm>
            <a:off x="8275909" y="5547633"/>
            <a:ext cx="1690417" cy="22467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alibri" panose="020F050202020403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dirty="0">
                <a:solidFill>
                  <a:schemeClr val="bg1"/>
                </a:solidFill>
              </a:rPr>
              <a:t>July, 20XX</a:t>
            </a:r>
          </a:p>
        </p:txBody>
      </p:sp>
      <p:cxnSp>
        <p:nvCxnSpPr>
          <p:cNvPr id="48" name="Straight Connector 47" descr="Milestone Connector">
            <a:extLst>
              <a:ext uri="{FF2B5EF4-FFF2-40B4-BE49-F238E27FC236}">
                <a16:creationId xmlns:a16="http://schemas.microsoft.com/office/drawing/2014/main" id="{53BC501E-8914-41D2-8643-052558AA1E7D}"/>
              </a:ext>
            </a:extLst>
          </p:cNvPr>
          <p:cNvCxnSpPr>
            <a:cxnSpLocks/>
          </p:cNvCxnSpPr>
          <p:nvPr/>
        </p:nvCxnSpPr>
        <p:spPr>
          <a:xfrm>
            <a:off x="11425435" y="2752725"/>
            <a:ext cx="0" cy="85725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 descr="Milestone Connector">
            <a:extLst>
              <a:ext uri="{FF2B5EF4-FFF2-40B4-BE49-F238E27FC236}">
                <a16:creationId xmlns:a16="http://schemas.microsoft.com/office/drawing/2014/main" id="{DDE330BB-3050-4A17-AE6F-F29C5255185E}"/>
              </a:ext>
            </a:extLst>
          </p:cNvPr>
          <p:cNvCxnSpPr>
            <a:cxnSpLocks/>
          </p:cNvCxnSpPr>
          <p:nvPr/>
        </p:nvCxnSpPr>
        <p:spPr>
          <a:xfrm>
            <a:off x="3073920" y="2860999"/>
            <a:ext cx="3722" cy="533400"/>
          </a:xfrm>
          <a:prstGeom prst="line">
            <a:avLst/>
          </a:prstGeom>
          <a:ln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 Placeholder 31">
            <a:extLst>
              <a:ext uri="{FF2B5EF4-FFF2-40B4-BE49-F238E27FC236}">
                <a16:creationId xmlns:a16="http://schemas.microsoft.com/office/drawing/2014/main" id="{3EA3570C-044A-4064-B14D-0F904D074556}"/>
              </a:ext>
            </a:extLst>
          </p:cNvPr>
          <p:cNvSpPr txBox="1">
            <a:spLocks/>
          </p:cNvSpPr>
          <p:nvPr/>
        </p:nvSpPr>
        <p:spPr>
          <a:xfrm>
            <a:off x="5190031" y="2175069"/>
            <a:ext cx="2057804" cy="561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ZA" sz="1400" dirty="0">
                <a:latin typeface="+mj-lt"/>
                <a:ea typeface="+mj-ea"/>
                <a:cs typeface="+mj-cs"/>
              </a:rPr>
              <a:t>Gather feedback</a:t>
            </a:r>
            <a:endParaRPr lang="en-ZA" sz="1100" dirty="0"/>
          </a:p>
        </p:txBody>
      </p:sp>
      <p:cxnSp>
        <p:nvCxnSpPr>
          <p:cNvPr id="83" name="Straight Connector 82" descr="Milestone Connector">
            <a:extLst>
              <a:ext uri="{FF2B5EF4-FFF2-40B4-BE49-F238E27FC236}">
                <a16:creationId xmlns:a16="http://schemas.microsoft.com/office/drawing/2014/main" id="{59880569-8A8E-41C5-BED0-640848E135F2}"/>
              </a:ext>
            </a:extLst>
          </p:cNvPr>
          <p:cNvCxnSpPr>
            <a:cxnSpLocks/>
          </p:cNvCxnSpPr>
          <p:nvPr/>
        </p:nvCxnSpPr>
        <p:spPr>
          <a:xfrm>
            <a:off x="6218933" y="2858287"/>
            <a:ext cx="6667" cy="538024"/>
          </a:xfrm>
          <a:prstGeom prst="line">
            <a:avLst/>
          </a:prstGeom>
          <a:ln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Placeholder 31">
            <a:extLst>
              <a:ext uri="{FF2B5EF4-FFF2-40B4-BE49-F238E27FC236}">
                <a16:creationId xmlns:a16="http://schemas.microsoft.com/office/drawing/2014/main" id="{A094E423-7CE9-4B99-92DE-803EDA3A01EC}"/>
              </a:ext>
            </a:extLst>
          </p:cNvPr>
          <p:cNvSpPr txBox="1">
            <a:spLocks/>
          </p:cNvSpPr>
          <p:nvPr/>
        </p:nvSpPr>
        <p:spPr>
          <a:xfrm>
            <a:off x="9121117" y="2178854"/>
            <a:ext cx="2057804" cy="561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ZA" sz="1400" dirty="0">
                <a:latin typeface="+mj-lt"/>
                <a:ea typeface="+mj-ea"/>
                <a:cs typeface="+mj-cs"/>
              </a:rPr>
              <a:t>Deliver to students</a:t>
            </a:r>
            <a:endParaRPr lang="en-ZA" sz="1100" dirty="0"/>
          </a:p>
        </p:txBody>
      </p:sp>
      <p:cxnSp>
        <p:nvCxnSpPr>
          <p:cNvPr id="87" name="Straight Connector 86" descr="Milestone Connector">
            <a:extLst>
              <a:ext uri="{FF2B5EF4-FFF2-40B4-BE49-F238E27FC236}">
                <a16:creationId xmlns:a16="http://schemas.microsoft.com/office/drawing/2014/main" id="{210A4F88-A1D6-4474-8086-55B9DC9AF526}"/>
              </a:ext>
            </a:extLst>
          </p:cNvPr>
          <p:cNvCxnSpPr>
            <a:cxnSpLocks/>
          </p:cNvCxnSpPr>
          <p:nvPr/>
        </p:nvCxnSpPr>
        <p:spPr>
          <a:xfrm>
            <a:off x="10150019" y="2862072"/>
            <a:ext cx="0" cy="532327"/>
          </a:xfrm>
          <a:prstGeom prst="line">
            <a:avLst/>
          </a:prstGeom>
          <a:ln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 descr="Milestone Connector">
            <a:extLst>
              <a:ext uri="{FF2B5EF4-FFF2-40B4-BE49-F238E27FC236}">
                <a16:creationId xmlns:a16="http://schemas.microsoft.com/office/drawing/2014/main" id="{9FC428EC-C5B0-4535-8B88-FF6BE9F35E3F}"/>
              </a:ext>
            </a:extLst>
          </p:cNvPr>
          <p:cNvCxnSpPr>
            <a:cxnSpLocks/>
          </p:cNvCxnSpPr>
          <p:nvPr/>
        </p:nvCxnSpPr>
        <p:spPr>
          <a:xfrm>
            <a:off x="2286000" y="4694195"/>
            <a:ext cx="2019" cy="537881"/>
          </a:xfrm>
          <a:prstGeom prst="line">
            <a:avLst/>
          </a:prstGeom>
          <a:ln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 Placeholder 31">
            <a:extLst>
              <a:ext uri="{FF2B5EF4-FFF2-40B4-BE49-F238E27FC236}">
                <a16:creationId xmlns:a16="http://schemas.microsoft.com/office/drawing/2014/main" id="{0DB3BBAB-4897-4AAE-8104-E8D840C01351}"/>
              </a:ext>
            </a:extLst>
          </p:cNvPr>
          <p:cNvSpPr txBox="1">
            <a:spLocks/>
          </p:cNvSpPr>
          <p:nvPr/>
        </p:nvSpPr>
        <p:spPr>
          <a:xfrm>
            <a:off x="4406652" y="5261784"/>
            <a:ext cx="2057804" cy="561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ZA" sz="1400" dirty="0">
                <a:latin typeface="+mj-lt"/>
                <a:ea typeface="+mj-ea"/>
                <a:cs typeface="+mj-cs"/>
              </a:rPr>
              <a:t>Test with schools</a:t>
            </a:r>
            <a:endParaRPr lang="en-ZA" sz="1100" dirty="0"/>
          </a:p>
        </p:txBody>
      </p:sp>
      <p:cxnSp>
        <p:nvCxnSpPr>
          <p:cNvPr id="95" name="Straight Connector 94" descr="Milestone Connector">
            <a:extLst>
              <a:ext uri="{FF2B5EF4-FFF2-40B4-BE49-F238E27FC236}">
                <a16:creationId xmlns:a16="http://schemas.microsoft.com/office/drawing/2014/main" id="{8555111D-9395-4F5A-9ED2-433142ABA373}"/>
              </a:ext>
            </a:extLst>
          </p:cNvPr>
          <p:cNvCxnSpPr>
            <a:cxnSpLocks/>
          </p:cNvCxnSpPr>
          <p:nvPr/>
        </p:nvCxnSpPr>
        <p:spPr>
          <a:xfrm>
            <a:off x="5434293" y="4694195"/>
            <a:ext cx="1261" cy="537881"/>
          </a:xfrm>
          <a:prstGeom prst="line">
            <a:avLst/>
          </a:prstGeom>
          <a:ln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 Placeholder 31">
            <a:extLst>
              <a:ext uri="{FF2B5EF4-FFF2-40B4-BE49-F238E27FC236}">
                <a16:creationId xmlns:a16="http://schemas.microsoft.com/office/drawing/2014/main" id="{0D97546E-1259-4E0A-BF25-B53C6C7D9B5D}"/>
              </a:ext>
            </a:extLst>
          </p:cNvPr>
          <p:cNvSpPr txBox="1">
            <a:spLocks/>
          </p:cNvSpPr>
          <p:nvPr/>
        </p:nvSpPr>
        <p:spPr>
          <a:xfrm>
            <a:off x="7581698" y="5261784"/>
            <a:ext cx="2057804" cy="561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ZA" sz="1400" dirty="0">
                <a:latin typeface="+mj-lt"/>
                <a:ea typeface="+mj-ea"/>
                <a:cs typeface="+mj-cs"/>
              </a:rPr>
              <a:t>Regional launch</a:t>
            </a:r>
            <a:endParaRPr lang="en-ZA" sz="1100" dirty="0"/>
          </a:p>
        </p:txBody>
      </p:sp>
      <p:cxnSp>
        <p:nvCxnSpPr>
          <p:cNvPr id="99" name="Straight Connector 98" descr="Milestone Connector">
            <a:extLst>
              <a:ext uri="{FF2B5EF4-FFF2-40B4-BE49-F238E27FC236}">
                <a16:creationId xmlns:a16="http://schemas.microsoft.com/office/drawing/2014/main" id="{33DBE3DD-4F6D-4C20-B843-AA0BC8BCF263}"/>
              </a:ext>
            </a:extLst>
          </p:cNvPr>
          <p:cNvCxnSpPr>
            <a:cxnSpLocks/>
          </p:cNvCxnSpPr>
          <p:nvPr/>
        </p:nvCxnSpPr>
        <p:spPr>
          <a:xfrm>
            <a:off x="8591938" y="4694195"/>
            <a:ext cx="0" cy="537881"/>
          </a:xfrm>
          <a:prstGeom prst="line">
            <a:avLst/>
          </a:prstGeom>
          <a:ln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 Placeholder 31">
            <a:extLst>
              <a:ext uri="{FF2B5EF4-FFF2-40B4-BE49-F238E27FC236}">
                <a16:creationId xmlns:a16="http://schemas.microsoft.com/office/drawing/2014/main" id="{64A4C147-A5B5-415E-B023-FDD74E3170FA}"/>
              </a:ext>
            </a:extLst>
          </p:cNvPr>
          <p:cNvSpPr txBox="1">
            <a:spLocks/>
          </p:cNvSpPr>
          <p:nvPr/>
        </p:nvSpPr>
        <p:spPr>
          <a:xfrm>
            <a:off x="2042184" y="2177369"/>
            <a:ext cx="2057400" cy="561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ZA" sz="1400" dirty="0">
                <a:latin typeface="+mj-lt"/>
                <a:ea typeface="+mj-ea"/>
                <a:cs typeface="+mj-cs"/>
              </a:rPr>
              <a:t>Draft blueprints</a:t>
            </a:r>
            <a:endParaRPr lang="en-ZA" sz="1100" dirty="0"/>
          </a:p>
        </p:txBody>
      </p:sp>
      <p:sp>
        <p:nvSpPr>
          <p:cNvPr id="132" name="Text Placeholder 31">
            <a:extLst>
              <a:ext uri="{FF2B5EF4-FFF2-40B4-BE49-F238E27FC236}">
                <a16:creationId xmlns:a16="http://schemas.microsoft.com/office/drawing/2014/main" id="{4E554FA9-53AB-40E7-A2D2-8573D8B6478B}"/>
              </a:ext>
            </a:extLst>
          </p:cNvPr>
          <p:cNvSpPr txBox="1">
            <a:spLocks/>
          </p:cNvSpPr>
          <p:nvPr/>
        </p:nvSpPr>
        <p:spPr>
          <a:xfrm>
            <a:off x="1215500" y="5261784"/>
            <a:ext cx="2057804" cy="561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ZA" sz="1400" dirty="0">
                <a:latin typeface="+mj-lt"/>
                <a:ea typeface="+mj-ea"/>
                <a:cs typeface="+mj-cs"/>
              </a:rPr>
              <a:t>Run focus groups</a:t>
            </a:r>
            <a:endParaRPr lang="en-ZA" sz="1100" dirty="0"/>
          </a:p>
        </p:txBody>
      </p:sp>
    </p:spTree>
    <p:extLst>
      <p:ext uri="{BB962C8B-B14F-4D97-AF65-F5344CB8AC3E}">
        <p14:creationId xmlns:p14="http://schemas.microsoft.com/office/powerpoint/2010/main" val="2561631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4FEE1642-B122-4C8C-812B-30F133EF6C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1673669"/>
              </p:ext>
            </p:extLst>
          </p:nvPr>
        </p:nvGraphicFramePr>
        <p:xfrm>
          <a:off x="1033463" y="1851025"/>
          <a:ext cx="10058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8120">
                  <a:extLst>
                    <a:ext uri="{9D8B030D-6E8A-4147-A177-3AD203B41FA5}">
                      <a16:colId xmlns:a16="http://schemas.microsoft.com/office/drawing/2014/main" val="3446012419"/>
                    </a:ext>
                  </a:extLst>
                </a:gridCol>
                <a:gridCol w="1468120">
                  <a:extLst>
                    <a:ext uri="{9D8B030D-6E8A-4147-A177-3AD203B41FA5}">
                      <a16:colId xmlns:a16="http://schemas.microsoft.com/office/drawing/2014/main" val="405264639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3535279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18263486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23515301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YEAR 1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YEAR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YEAR 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773105"/>
                  </a:ext>
                </a:extLst>
              </a:tr>
              <a:tr h="27432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INCOME</a:t>
                      </a:r>
                    </a:p>
                  </a:txBody>
                  <a:tcPr marL="288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100000">
                          <a:schemeClr val="accent2"/>
                        </a:gs>
                        <a:gs pos="8000">
                          <a:schemeClr val="accent1"/>
                        </a:gs>
                      </a:gsLst>
                      <a:lin ang="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291137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Users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50,000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400,000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1,600,000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339392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Sales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500,000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4,000,000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16,000,000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71146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Average price per sale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75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80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90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894419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Revenue @ 15%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5,625,000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48,000,000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216,000,000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60681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Gross profit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5,625,000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48,000,000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216,000,000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20011"/>
                  </a:ext>
                </a:extLst>
              </a:tr>
              <a:tr h="27432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EXPENSES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100000">
                          <a:schemeClr val="accent2"/>
                        </a:gs>
                        <a:gs pos="8000">
                          <a:schemeClr val="accent1"/>
                        </a:gs>
                      </a:gsLst>
                      <a:lin ang="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142216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457200" lvl="1" indent="0" algn="l" fontAlgn="b">
                        <a:buFont typeface="Arial" panose="020B0604020202020204" pitchFamily="34" charset="0"/>
                        <a:buNone/>
                      </a:pPr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Sales &amp; marketing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5,062,500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38,400,000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151,200,000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70%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40709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457200" lvl="1" indent="0" algn="l" fontAlgn="b">
                        <a:buFont typeface="Arial" panose="020B0604020202020204" pitchFamily="34" charset="0"/>
                        <a:buNone/>
                      </a:pPr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Customer service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1,687,500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9,600,000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21,600,000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10%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63684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457200" lvl="1" indent="0" algn="l" fontAlgn="b">
                        <a:buFont typeface="Arial" panose="020B0604020202020204" pitchFamily="34" charset="0"/>
                        <a:buNone/>
                      </a:pPr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Product development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562,500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2,400,000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10,800,000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5%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968832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457200" lvl="1" indent="0" algn="l" fontAlgn="b">
                        <a:buFont typeface="Arial" panose="020B0604020202020204" pitchFamily="34" charset="0"/>
                        <a:buNone/>
                      </a:pPr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Research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281,250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2,400,000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4,320,000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2%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343307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Total expenses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7,593,750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52,800,000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187,920,000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1145645"/>
                  </a:ext>
                </a:extLst>
              </a:tr>
            </a:tbl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28A0B9-4C2A-42B2-9399-ED22040011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1/7/20XX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28E509-ADE7-47F4-9F1D-FB64FAB53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37D86F-5C0C-4683-9BBC-4038FCC9A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FF96520-E4CE-4EAD-8ABF-1D2297D6B3AA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B1B29E87-9C2C-400B-834D-4E4BD6E94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670094"/>
            <a:ext cx="10134601" cy="924808"/>
          </a:xfrm>
        </p:spPr>
        <p:txBody>
          <a:bodyPr/>
          <a:lstStyle/>
          <a:p>
            <a:r>
              <a:rPr lang="en-US" dirty="0"/>
              <a:t>Financials</a:t>
            </a:r>
          </a:p>
        </p:txBody>
      </p:sp>
    </p:spTree>
    <p:extLst>
      <p:ext uri="{BB962C8B-B14F-4D97-AF65-F5344CB8AC3E}">
        <p14:creationId xmlns:p14="http://schemas.microsoft.com/office/powerpoint/2010/main" val="566997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Placeholder 46" descr="team member headshot">
            <a:extLst>
              <a:ext uri="{FF2B5EF4-FFF2-40B4-BE49-F238E27FC236}">
                <a16:creationId xmlns:a16="http://schemas.microsoft.com/office/drawing/2014/main" id="{9004F29C-AED9-40E4-B5C2-47C8B6E3F04A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04817" y="2233881"/>
            <a:ext cx="3387182" cy="2390238"/>
          </a:xfrm>
        </p:spPr>
      </p:pic>
      <p:pic>
        <p:nvPicPr>
          <p:cNvPr id="45" name="Picture Placeholder 44" descr="team member headshot">
            <a:extLst>
              <a:ext uri="{FF2B5EF4-FFF2-40B4-BE49-F238E27FC236}">
                <a16:creationId xmlns:a16="http://schemas.microsoft.com/office/drawing/2014/main" id="{D0F3841F-AC56-43DE-AD77-552631D14A4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90016" y="2233881"/>
            <a:ext cx="3917851" cy="2390238"/>
          </a:xfrm>
        </p:spPr>
      </p:pic>
      <p:pic>
        <p:nvPicPr>
          <p:cNvPr id="43" name="Picture Placeholder 42" descr="team member headshot">
            <a:extLst>
              <a:ext uri="{FF2B5EF4-FFF2-40B4-BE49-F238E27FC236}">
                <a16:creationId xmlns:a16="http://schemas.microsoft.com/office/drawing/2014/main" id="{4861242E-E0CB-4DBA-8F76-EDE01FEB293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75215" y="2233881"/>
            <a:ext cx="3917851" cy="2390238"/>
          </a:xfrm>
        </p:spPr>
      </p:pic>
      <p:pic>
        <p:nvPicPr>
          <p:cNvPr id="41" name="Picture Placeholder 40" descr="team member headshot">
            <a:extLst>
              <a:ext uri="{FF2B5EF4-FFF2-40B4-BE49-F238E27FC236}">
                <a16:creationId xmlns:a16="http://schemas.microsoft.com/office/drawing/2014/main" id="{268FA579-104C-44D5-9FEC-3D0D8C5469A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233881"/>
            <a:ext cx="3378263" cy="2390238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55F035-06C6-4CD7-ABC9-1E7FF8A219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1/7/20XX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33927C-E768-4063-858C-B052FB19E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2DF7C3-442D-460D-9076-A94602506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FF96520-E4CE-4EAD-8ABF-1D2297D6B3AA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A6F7BB-30A8-4980-AD4A-2FB0B53FA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670094"/>
            <a:ext cx="10134601" cy="924808"/>
          </a:xfrm>
        </p:spPr>
        <p:txBody>
          <a:bodyPr/>
          <a:lstStyle/>
          <a:p>
            <a:r>
              <a:rPr lang="en-US" dirty="0"/>
              <a:t>Meet the team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E50606CE-9ECB-4033-AF08-73FC376C312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554933" y="5061424"/>
            <a:ext cx="2443654" cy="320381"/>
          </a:xfrm>
        </p:spPr>
        <p:txBody>
          <a:bodyPr/>
          <a:lstStyle/>
          <a:p>
            <a:r>
              <a:rPr lang="en-US" dirty="0"/>
              <a:t>Mirjam Nilsson​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4BFAF62A-F8A5-463D-9BF7-08EED60ABEC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54932" y="5406900"/>
            <a:ext cx="2443099" cy="36159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Chief Executive Officer</a:t>
            </a:r>
          </a:p>
          <a:p>
            <a:endParaRPr lang="en-US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6D60BE64-23D9-47F8-93B5-D89C8872DFF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31476" y="5061424"/>
            <a:ext cx="2443654" cy="320381"/>
          </a:xfrm>
        </p:spPr>
        <p:txBody>
          <a:bodyPr/>
          <a:lstStyle/>
          <a:p>
            <a:r>
              <a:rPr lang="en-US" dirty="0"/>
              <a:t>Takuma Hayashi​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C8BBC8B0-E37D-4D40-A0FD-2C96486AC28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31475" y="5406900"/>
            <a:ext cx="2443099" cy="361598"/>
          </a:xfrm>
        </p:spPr>
        <p:txBody>
          <a:bodyPr/>
          <a:lstStyle/>
          <a:p>
            <a:r>
              <a:rPr lang="en-US" dirty="0"/>
              <a:t>President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1E3A9758-9F8D-4290-B60A-19A2D1DA778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177835" y="5061424"/>
            <a:ext cx="2443654" cy="320381"/>
          </a:xfrm>
        </p:spPr>
        <p:txBody>
          <a:bodyPr/>
          <a:lstStyle/>
          <a:p>
            <a:r>
              <a:rPr lang="en-US" dirty="0"/>
              <a:t>Flora Berggren​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E8ED43EC-2B81-4C03-B2D5-1E5BCA9AF59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77834" y="5406900"/>
            <a:ext cx="2443099" cy="36159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Chief Operations Officer</a:t>
            </a:r>
          </a:p>
          <a:p>
            <a:endParaRPr lang="en-US" dirty="0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DE01F9F5-0129-4706-880A-089943A7E1A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800181" y="5057897"/>
            <a:ext cx="2443654" cy="320381"/>
          </a:xfrm>
        </p:spPr>
        <p:txBody>
          <a:bodyPr/>
          <a:lstStyle/>
          <a:p>
            <a:r>
              <a:rPr lang="en-US" dirty="0"/>
              <a:t>Rajesh Santoshi​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7DA97E58-ABB3-4B9B-B23D-A706C06ED12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800180" y="5403373"/>
            <a:ext cx="2443099" cy="361598"/>
          </a:xfrm>
        </p:spPr>
        <p:txBody>
          <a:bodyPr>
            <a:normAutofit/>
          </a:bodyPr>
          <a:lstStyle/>
          <a:p>
            <a:r>
              <a:rPr lang="en-US" dirty="0"/>
              <a:t>VP Marketing</a:t>
            </a:r>
          </a:p>
        </p:txBody>
      </p:sp>
    </p:spTree>
    <p:extLst>
      <p:ext uri="{BB962C8B-B14F-4D97-AF65-F5344CB8AC3E}">
        <p14:creationId xmlns:p14="http://schemas.microsoft.com/office/powerpoint/2010/main" val="34774530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Placeholder 76" descr="team member headshot">
            <a:extLst>
              <a:ext uri="{FF2B5EF4-FFF2-40B4-BE49-F238E27FC236}">
                <a16:creationId xmlns:a16="http://schemas.microsoft.com/office/drawing/2014/main" id="{A52C5846-0257-4E03-B672-0BB12BB348CA}"/>
              </a:ext>
            </a:extLst>
          </p:cNvPr>
          <p:cNvPicPr>
            <a:picLocks noGrp="1" noChangeAspect="1"/>
          </p:cNvPicPr>
          <p:nvPr>
            <p:ph type="pic" sz="quarter" idx="38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383802" y="3121794"/>
            <a:ext cx="1808198" cy="1097726"/>
          </a:xfrm>
        </p:spPr>
      </p:pic>
      <p:pic>
        <p:nvPicPr>
          <p:cNvPr id="75" name="Picture Placeholder 74" descr="team member headshot">
            <a:extLst>
              <a:ext uri="{FF2B5EF4-FFF2-40B4-BE49-F238E27FC236}">
                <a16:creationId xmlns:a16="http://schemas.microsoft.com/office/drawing/2014/main" id="{F157973A-674F-49BD-B677-C65CA3E53BF3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00427" y="3121794"/>
            <a:ext cx="1799279" cy="1097726"/>
          </a:xfrm>
        </p:spPr>
      </p:pic>
      <p:pic>
        <p:nvPicPr>
          <p:cNvPr id="73" name="Picture Placeholder 72" descr="team member headshot">
            <a:extLst>
              <a:ext uri="{FF2B5EF4-FFF2-40B4-BE49-F238E27FC236}">
                <a16:creationId xmlns:a16="http://schemas.microsoft.com/office/drawing/2014/main" id="{C6A0A192-6B5B-4E65-85C4-82AB309208B7}"/>
              </a:ext>
            </a:extLst>
          </p:cNvPr>
          <p:cNvPicPr>
            <a:picLocks noGrp="1" noChangeAspect="1"/>
          </p:cNvPicPr>
          <p:nvPr>
            <p:ph type="pic" sz="quarter" idx="36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16963" y="3121794"/>
            <a:ext cx="1799279" cy="1097726"/>
          </a:xfrm>
        </p:spPr>
      </p:pic>
      <p:pic>
        <p:nvPicPr>
          <p:cNvPr id="71" name="Picture Placeholder 70" descr="team member headshot">
            <a:extLst>
              <a:ext uri="{FF2B5EF4-FFF2-40B4-BE49-F238E27FC236}">
                <a16:creationId xmlns:a16="http://schemas.microsoft.com/office/drawing/2014/main" id="{425601C6-35A8-485D-916C-CE9DBCA6155D}"/>
              </a:ext>
            </a:extLst>
          </p:cNvPr>
          <p:cNvPicPr>
            <a:picLocks noGrp="1" noChangeAspect="1"/>
          </p:cNvPicPr>
          <p:nvPr>
            <p:ph type="pic" sz="quarter" idx="35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33589" y="3121794"/>
            <a:ext cx="1799125" cy="1097726"/>
          </a:xfrm>
        </p:spPr>
      </p:pic>
      <p:pic>
        <p:nvPicPr>
          <p:cNvPr id="69" name="Picture Placeholder 68" descr="team member headshot">
            <a:extLst>
              <a:ext uri="{FF2B5EF4-FFF2-40B4-BE49-F238E27FC236}">
                <a16:creationId xmlns:a16="http://schemas.microsoft.com/office/drawing/2014/main" id="{B299571A-391C-4A55-B57A-C676751BC969}"/>
              </a:ext>
            </a:extLst>
          </p:cNvPr>
          <p:cNvPicPr>
            <a:picLocks noGrp="1" noChangeAspect="1"/>
          </p:cNvPicPr>
          <p:nvPr>
            <p:ph type="pic" sz="quarter" idx="34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50214" y="3121794"/>
            <a:ext cx="1799279" cy="1097726"/>
          </a:xfrm>
        </p:spPr>
      </p:pic>
      <p:pic>
        <p:nvPicPr>
          <p:cNvPr id="20" name="Picture Placeholder 19" descr="team member headshot">
            <a:extLst>
              <a:ext uri="{FF2B5EF4-FFF2-40B4-BE49-F238E27FC236}">
                <a16:creationId xmlns:a16="http://schemas.microsoft.com/office/drawing/2014/main" id="{5ABC078D-7243-4CCA-B4C7-7F856E917B48}"/>
              </a:ext>
            </a:extLst>
          </p:cNvPr>
          <p:cNvPicPr>
            <a:picLocks noGrp="1" noChangeAspect="1"/>
          </p:cNvPicPr>
          <p:nvPr>
            <p:ph type="pic" sz="quarter" idx="33"/>
          </p:nvPr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66838" y="3121794"/>
            <a:ext cx="1799279" cy="1097726"/>
          </a:xfrm>
        </p:spPr>
      </p:pic>
      <p:pic>
        <p:nvPicPr>
          <p:cNvPr id="18" name="Picture Placeholder 17" descr="team member headshot">
            <a:extLst>
              <a:ext uri="{FF2B5EF4-FFF2-40B4-BE49-F238E27FC236}">
                <a16:creationId xmlns:a16="http://schemas.microsoft.com/office/drawing/2014/main" id="{7C8118A4-D9B4-4F1C-94F9-D85DB922716A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83375" y="3121794"/>
            <a:ext cx="1799279" cy="1097726"/>
          </a:xfrm>
        </p:spPr>
      </p:pic>
      <p:pic>
        <p:nvPicPr>
          <p:cNvPr id="16" name="Picture Placeholder 15" descr="team member headshot">
            <a:extLst>
              <a:ext uri="{FF2B5EF4-FFF2-40B4-BE49-F238E27FC236}">
                <a16:creationId xmlns:a16="http://schemas.microsoft.com/office/drawing/2014/main" id="{E40EBD15-9BE4-4B6B-9D38-17782ACAD963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3121794"/>
            <a:ext cx="1799279" cy="1097726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5984C5-DE9E-4FC4-B6AB-8BECE1B4F6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7/1/20XX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1DB364-9E38-4B47-BBF6-E366FCD6D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5F3A2-BD72-4BD7-8978-696934BB7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FF96520-E4CE-4EAD-8ABF-1D2297D6B3AA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A6F7BB-30A8-4980-AD4A-2FB0B53FA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670094"/>
            <a:ext cx="10134601" cy="924808"/>
          </a:xfrm>
        </p:spPr>
        <p:txBody>
          <a:bodyPr/>
          <a:lstStyle/>
          <a:p>
            <a:r>
              <a:rPr lang="en-US" dirty="0"/>
              <a:t>Meet the FULL team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D88C46-D361-43C5-A259-FFD53D340C4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0" y="2325820"/>
            <a:ext cx="1799279" cy="320381"/>
          </a:xfrm>
        </p:spPr>
        <p:txBody>
          <a:bodyPr rIns="0"/>
          <a:lstStyle/>
          <a:p>
            <a:r>
              <a:rPr lang="en-US" dirty="0"/>
              <a:t>Takuma Hayashi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F2469D-040B-4633-868F-F46180BB530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09" y="2586626"/>
            <a:ext cx="1798870" cy="361598"/>
          </a:xfrm>
        </p:spPr>
        <p:txBody>
          <a:bodyPr rIns="0"/>
          <a:lstStyle/>
          <a:p>
            <a:r>
              <a:rPr lang="en-US" dirty="0"/>
              <a:t>President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91D35133-309D-408B-BE24-A04299B3397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429000" y="2325820"/>
            <a:ext cx="1337117" cy="320381"/>
          </a:xfrm>
        </p:spPr>
        <p:txBody>
          <a:bodyPr rIns="0"/>
          <a:lstStyle/>
          <a:p>
            <a:r>
              <a:rPr lang="en-US" dirty="0"/>
              <a:t>Flora Berggren​</a:t>
            </a:r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D7831D1E-870E-4ABD-8753-BD9E6831521F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429005" y="2586626"/>
            <a:ext cx="1336813" cy="361598"/>
          </a:xfrm>
        </p:spPr>
        <p:txBody>
          <a:bodyPr rIns="0">
            <a:normAutofit/>
          </a:bodyPr>
          <a:lstStyle/>
          <a:p>
            <a:r>
              <a:rPr lang="en-US" dirty="0"/>
              <a:t>Chief Operations Officer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C7ED2CFF-91AA-4C37-A8BA-7985F6943F2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95597" y="2325820"/>
            <a:ext cx="1337117" cy="320381"/>
          </a:xfrm>
        </p:spPr>
        <p:txBody>
          <a:bodyPr rIns="0"/>
          <a:lstStyle/>
          <a:p>
            <a:r>
              <a:rPr lang="en-US" dirty="0"/>
              <a:t>Graham Barnes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03E2DEE7-7B07-4B69-83AA-0B22194738E9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395602" y="2586626"/>
            <a:ext cx="1336813" cy="361598"/>
          </a:xfrm>
        </p:spPr>
        <p:txBody>
          <a:bodyPr rIns="0"/>
          <a:lstStyle/>
          <a:p>
            <a:r>
              <a:rPr lang="en-US" dirty="0"/>
              <a:t>VP Product</a:t>
            </a: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730D8288-4CA9-440F-9E8D-D4E6A278C7F7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371508" y="2325820"/>
            <a:ext cx="1337117" cy="320381"/>
          </a:xfrm>
        </p:spPr>
        <p:txBody>
          <a:bodyPr rIns="0"/>
          <a:lstStyle/>
          <a:p>
            <a:r>
              <a:rPr lang="en-US" dirty="0"/>
              <a:t>Elizabeth Moore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AF939551-3490-47E7-8A60-E31A99686179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371513" y="2586626"/>
            <a:ext cx="1336813" cy="361598"/>
          </a:xfrm>
        </p:spPr>
        <p:txBody>
          <a:bodyPr rIns="0"/>
          <a:lstStyle/>
          <a:p>
            <a:r>
              <a:rPr lang="en-US" dirty="0"/>
              <a:t>Product Designer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A2D4108-B74A-4571-A946-B650CEB28F1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3375" y="4507480"/>
            <a:ext cx="1337117" cy="320381"/>
          </a:xfrm>
        </p:spPr>
        <p:txBody>
          <a:bodyPr rIns="0"/>
          <a:lstStyle/>
          <a:p>
            <a:r>
              <a:rPr lang="en-US" dirty="0"/>
              <a:t>Mirjam Nilsson​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02C330D8-8158-4446-8455-8F2B3BFD54A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3380" y="4768286"/>
            <a:ext cx="1336813" cy="361598"/>
          </a:xfrm>
        </p:spPr>
        <p:txBody>
          <a:bodyPr rIns="0"/>
          <a:lstStyle/>
          <a:p>
            <a:r>
              <a:rPr lang="en-US" dirty="0"/>
              <a:t>Chief Executive Officer</a:t>
            </a:r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CB3652F9-899B-446A-A0B0-F866A27EDD0F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4457493" y="4507480"/>
            <a:ext cx="1337117" cy="320381"/>
          </a:xfrm>
        </p:spPr>
        <p:txBody>
          <a:bodyPr rIns="0"/>
          <a:lstStyle/>
          <a:p>
            <a:r>
              <a:rPr lang="en-US" dirty="0"/>
              <a:t>Rajesh Santoshi​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DCB096D4-7EDD-49A0-BDDF-B65903194BE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457498" y="4768286"/>
            <a:ext cx="1336813" cy="361598"/>
          </a:xfrm>
        </p:spPr>
        <p:txBody>
          <a:bodyPr rIns="0"/>
          <a:lstStyle/>
          <a:p>
            <a:r>
              <a:rPr lang="en-US" dirty="0"/>
              <a:t>VP Marketing</a:t>
            </a:r>
          </a:p>
        </p:txBody>
      </p:sp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DF5FED9E-C80B-4271-93B4-D1EB375A178B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416963" y="4502202"/>
            <a:ext cx="1337117" cy="320381"/>
          </a:xfrm>
        </p:spPr>
        <p:txBody>
          <a:bodyPr rIns="0"/>
          <a:lstStyle/>
          <a:p>
            <a:r>
              <a:rPr lang="en-US" dirty="0"/>
              <a:t>Rowan Murphy</a:t>
            </a:r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6E00E5BB-4CA8-4E0E-B997-99AF89450D5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416968" y="4763008"/>
            <a:ext cx="1336813" cy="361598"/>
          </a:xfrm>
        </p:spPr>
        <p:txBody>
          <a:bodyPr rIns="0"/>
          <a:lstStyle/>
          <a:p>
            <a:r>
              <a:rPr lang="en-US" dirty="0"/>
              <a:t>SEO Strategist</a:t>
            </a:r>
          </a:p>
        </p:txBody>
      </p: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BE39F63B-18A9-4652-9C5D-9A1D5300099E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376433" y="4527297"/>
            <a:ext cx="1799279" cy="320381"/>
          </a:xfrm>
        </p:spPr>
        <p:txBody>
          <a:bodyPr rIns="0"/>
          <a:lstStyle/>
          <a:p>
            <a:r>
              <a:rPr lang="en-US" dirty="0"/>
              <a:t>Robin Kline</a:t>
            </a:r>
          </a:p>
        </p:txBody>
      </p:sp>
      <p:sp>
        <p:nvSpPr>
          <p:cNvPr id="67" name="Text Placeholder 66">
            <a:extLst>
              <a:ext uri="{FF2B5EF4-FFF2-40B4-BE49-F238E27FC236}">
                <a16:creationId xmlns:a16="http://schemas.microsoft.com/office/drawing/2014/main" id="{A4F8487E-7677-41C0-A9E1-092AFE0416D3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10376438" y="4788103"/>
            <a:ext cx="1798870" cy="361598"/>
          </a:xfrm>
        </p:spPr>
        <p:txBody>
          <a:bodyPr rIns="0"/>
          <a:lstStyle/>
          <a:p>
            <a:r>
              <a:rPr lang="en-US" dirty="0"/>
              <a:t>Content Developer</a:t>
            </a:r>
          </a:p>
        </p:txBody>
      </p:sp>
    </p:spTree>
    <p:extLst>
      <p:ext uri="{BB962C8B-B14F-4D97-AF65-F5344CB8AC3E}">
        <p14:creationId xmlns:p14="http://schemas.microsoft.com/office/powerpoint/2010/main" val="33962667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98C4DE6-0340-4B9C-92E5-2A7095F51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1110286"/>
            <a:ext cx="10515600" cy="924808"/>
          </a:xfrm>
        </p:spPr>
        <p:txBody>
          <a:bodyPr/>
          <a:lstStyle/>
          <a:p>
            <a:r>
              <a:rPr lang="en-US" dirty="0"/>
              <a:t>funding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07F82-3687-41ED-9B3E-DDC7B3DD0C7E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1/7/20XX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AC5D4A-927F-47C0-8896-5C97198EC0C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2CE2CD-2896-4B16-A6BA-07BA763F2E7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86" name="Text Placeholder 85">
            <a:extLst>
              <a:ext uri="{FF2B5EF4-FFF2-40B4-BE49-F238E27FC236}">
                <a16:creationId xmlns:a16="http://schemas.microsoft.com/office/drawing/2014/main" id="{697B9E3C-9DDA-474D-9122-C432D1DCE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788813"/>
            <a:ext cx="2330726" cy="804859"/>
          </a:xfrm>
        </p:spPr>
        <p:txBody>
          <a:bodyPr/>
          <a:lstStyle/>
          <a:p>
            <a:r>
              <a:rPr lang="en-US" dirty="0"/>
              <a:t>14,000</a:t>
            </a:r>
          </a:p>
        </p:txBody>
      </p:sp>
      <p:sp>
        <p:nvSpPr>
          <p:cNvPr id="129" name="Content Placeholder 128">
            <a:extLst>
              <a:ext uri="{FF2B5EF4-FFF2-40B4-BE49-F238E27FC236}">
                <a16:creationId xmlns:a16="http://schemas.microsoft.com/office/drawing/2014/main" id="{ACA2C0B2-1766-49F1-B015-0E1D4844B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/>
          <a:lstStyle/>
          <a:p>
            <a:r>
              <a:rPr lang="en-ZA" dirty="0"/>
              <a:t>Amount obtained through other investors</a:t>
            </a:r>
          </a:p>
        </p:txBody>
      </p:sp>
      <p:sp>
        <p:nvSpPr>
          <p:cNvPr id="88" name="Text Placeholder 87">
            <a:extLst>
              <a:ext uri="{FF2B5EF4-FFF2-40B4-BE49-F238E27FC236}">
                <a16:creationId xmlns:a16="http://schemas.microsoft.com/office/drawing/2014/main" id="{33C195C8-7CA3-43F7-AE9A-ACF6B58E63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562665" y="3788813"/>
            <a:ext cx="2342205" cy="804859"/>
          </a:xfrm>
        </p:spPr>
        <p:txBody>
          <a:bodyPr/>
          <a:lstStyle/>
          <a:p>
            <a:r>
              <a:rPr lang="en-US" dirty="0"/>
              <a:t>$12,000</a:t>
            </a:r>
          </a:p>
        </p:txBody>
      </p:sp>
      <p:sp>
        <p:nvSpPr>
          <p:cNvPr id="130" name="Content Placeholder 129">
            <a:extLst>
              <a:ext uri="{FF2B5EF4-FFF2-40B4-BE49-F238E27FC236}">
                <a16:creationId xmlns:a16="http://schemas.microsoft.com/office/drawing/2014/main" id="{84A8BA78-5ABD-4FD9-9409-6FBEF70572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/>
          <a:lstStyle/>
          <a:p>
            <a:r>
              <a:rPr lang="en-ZA" dirty="0"/>
              <a:t>Revenue obtained from STEM grants and public donations</a:t>
            </a:r>
          </a:p>
        </p:txBody>
      </p:sp>
      <p:sp>
        <p:nvSpPr>
          <p:cNvPr id="103" name="Text Placeholder 102">
            <a:extLst>
              <a:ext uri="{FF2B5EF4-FFF2-40B4-BE49-F238E27FC236}">
                <a16:creationId xmlns:a16="http://schemas.microsoft.com/office/drawing/2014/main" id="{DD10EB78-84A7-43C2-8086-F5F98B81E641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298609" y="3788813"/>
            <a:ext cx="2330726" cy="804859"/>
          </a:xfrm>
        </p:spPr>
        <p:txBody>
          <a:bodyPr/>
          <a:lstStyle/>
          <a:p>
            <a:r>
              <a:rPr lang="en-US" dirty="0"/>
              <a:t>$82,000</a:t>
            </a:r>
          </a:p>
        </p:txBody>
      </p:sp>
      <p:sp>
        <p:nvSpPr>
          <p:cNvPr id="131" name="Content Placeholder 130">
            <a:extLst>
              <a:ext uri="{FF2B5EF4-FFF2-40B4-BE49-F238E27FC236}">
                <a16:creationId xmlns:a16="http://schemas.microsoft.com/office/drawing/2014/main" id="{3BF08089-B24C-4634-A39A-2B2B8B2EA12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/>
          <a:lstStyle/>
          <a:p>
            <a:r>
              <a:rPr lang="en-ZA" dirty="0"/>
              <a:t>Number of shares converted into USD</a:t>
            </a:r>
          </a:p>
        </p:txBody>
      </p:sp>
      <p:sp>
        <p:nvSpPr>
          <p:cNvPr id="118" name="Text Placeholder 117">
            <a:extLst>
              <a:ext uri="{FF2B5EF4-FFF2-40B4-BE49-F238E27FC236}">
                <a16:creationId xmlns:a16="http://schemas.microsoft.com/office/drawing/2014/main" id="{AB316DFA-2BAC-45F2-8EFE-BF3060AFF46A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9023074" y="3788457"/>
            <a:ext cx="2330726" cy="804859"/>
          </a:xfrm>
        </p:spPr>
        <p:txBody>
          <a:bodyPr/>
          <a:lstStyle/>
          <a:p>
            <a:r>
              <a:rPr lang="en-US" dirty="0"/>
              <a:t>$32,000</a:t>
            </a:r>
          </a:p>
        </p:txBody>
      </p:sp>
      <p:sp>
        <p:nvSpPr>
          <p:cNvPr id="132" name="Content Placeholder 131">
            <a:extLst>
              <a:ext uri="{FF2B5EF4-FFF2-40B4-BE49-F238E27FC236}">
                <a16:creationId xmlns:a16="http://schemas.microsoft.com/office/drawing/2014/main" id="{5EF8ADA3-CF82-455B-94E7-006B22A83A31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/>
          <a:lstStyle/>
          <a:p>
            <a:r>
              <a:rPr lang="en-ZA" noProof="1"/>
              <a:t>Liquid cash we have on hand</a:t>
            </a:r>
          </a:p>
          <a:p>
            <a:endParaRPr lang="en-US" dirty="0"/>
          </a:p>
        </p:txBody>
      </p:sp>
      <p:sp>
        <p:nvSpPr>
          <p:cNvPr id="133" name="Text Placeholder 132">
            <a:extLst>
              <a:ext uri="{FF2B5EF4-FFF2-40B4-BE49-F238E27FC236}">
                <a16:creationId xmlns:a16="http://schemas.microsoft.com/office/drawing/2014/main" id="{F0CB67E1-06BD-4AC5-A074-C20183318411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838200" y="4464810"/>
            <a:ext cx="2330726" cy="438505"/>
          </a:xfrm>
        </p:spPr>
        <p:txBody>
          <a:bodyPr/>
          <a:lstStyle/>
          <a:p>
            <a:r>
              <a:rPr lang="en-US" dirty="0"/>
              <a:t>Angel investments</a:t>
            </a:r>
          </a:p>
        </p:txBody>
      </p:sp>
      <p:sp>
        <p:nvSpPr>
          <p:cNvPr id="134" name="Text Placeholder 133">
            <a:extLst>
              <a:ext uri="{FF2B5EF4-FFF2-40B4-BE49-F238E27FC236}">
                <a16:creationId xmlns:a16="http://schemas.microsoft.com/office/drawing/2014/main" id="{B2A82C7A-6AF2-4C31-A3F2-EBA1C3190238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298609" y="4464810"/>
            <a:ext cx="2330726" cy="438505"/>
          </a:xfrm>
        </p:spPr>
        <p:txBody>
          <a:bodyPr/>
          <a:lstStyle/>
          <a:p>
            <a:r>
              <a:rPr lang="en-US" dirty="0"/>
              <a:t>Shares</a:t>
            </a:r>
          </a:p>
        </p:txBody>
      </p:sp>
      <p:sp>
        <p:nvSpPr>
          <p:cNvPr id="135" name="Text Placeholder 134">
            <a:extLst>
              <a:ext uri="{FF2B5EF4-FFF2-40B4-BE49-F238E27FC236}">
                <a16:creationId xmlns:a16="http://schemas.microsoft.com/office/drawing/2014/main" id="{A839D78B-3E58-4BE8-946C-8CF0CD095E7E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9023074" y="4464454"/>
            <a:ext cx="2330726" cy="438505"/>
          </a:xfrm>
        </p:spPr>
        <p:txBody>
          <a:bodyPr/>
          <a:lstStyle/>
          <a:p>
            <a:r>
              <a:rPr lang="en-US" dirty="0"/>
              <a:t>cash</a:t>
            </a:r>
          </a:p>
        </p:txBody>
      </p:sp>
      <p:sp>
        <p:nvSpPr>
          <p:cNvPr id="136" name="Text Placeholder 135">
            <a:extLst>
              <a:ext uri="{FF2B5EF4-FFF2-40B4-BE49-F238E27FC236}">
                <a16:creationId xmlns:a16="http://schemas.microsoft.com/office/drawing/2014/main" id="{277AF5F7-9CAB-4198-A3F7-99358D74DB18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3568700" y="4464453"/>
            <a:ext cx="2330726" cy="438505"/>
          </a:xfrm>
        </p:spPr>
        <p:txBody>
          <a:bodyPr/>
          <a:lstStyle/>
          <a:p>
            <a:r>
              <a:rPr lang="en-US" dirty="0"/>
              <a:t>Grants and donations</a:t>
            </a:r>
          </a:p>
        </p:txBody>
      </p:sp>
      <p:graphicFrame>
        <p:nvGraphicFramePr>
          <p:cNvPr id="55" name="Chart 54" title="Funding Chart">
            <a:extLst>
              <a:ext uri="{FF2B5EF4-FFF2-40B4-BE49-F238E27FC236}">
                <a16:creationId xmlns:a16="http://schemas.microsoft.com/office/drawing/2014/main" id="{5020C9B1-3DFC-4AFA-A737-A4F65E06FB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7609147"/>
              </p:ext>
            </p:extLst>
          </p:nvPr>
        </p:nvGraphicFramePr>
        <p:xfrm>
          <a:off x="1075631" y="2375498"/>
          <a:ext cx="1858069" cy="16668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6" name="Chart 55" title="Funding Chart">
            <a:extLst>
              <a:ext uri="{FF2B5EF4-FFF2-40B4-BE49-F238E27FC236}">
                <a16:creationId xmlns:a16="http://schemas.microsoft.com/office/drawing/2014/main" id="{B577E5B2-DCF9-4037-8C34-8A87BE5E26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5521202"/>
              </p:ext>
            </p:extLst>
          </p:nvPr>
        </p:nvGraphicFramePr>
        <p:xfrm>
          <a:off x="3804732" y="2375498"/>
          <a:ext cx="1858069" cy="16668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7" name="Chart 56" title="Funding Chart">
            <a:extLst>
              <a:ext uri="{FF2B5EF4-FFF2-40B4-BE49-F238E27FC236}">
                <a16:creationId xmlns:a16="http://schemas.microsoft.com/office/drawing/2014/main" id="{BF2AF88C-353D-4F21-B2D2-49AB954D15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2354312"/>
              </p:ext>
            </p:extLst>
          </p:nvPr>
        </p:nvGraphicFramePr>
        <p:xfrm>
          <a:off x="6540676" y="2375498"/>
          <a:ext cx="1858069" cy="16668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8" name="Chart 57" title="Funding Chart">
            <a:extLst>
              <a:ext uri="{FF2B5EF4-FFF2-40B4-BE49-F238E27FC236}">
                <a16:creationId xmlns:a16="http://schemas.microsoft.com/office/drawing/2014/main" id="{079C8FC6-CD99-4236-BD21-5F5B3D6E5A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6691376"/>
              </p:ext>
            </p:extLst>
          </p:nvPr>
        </p:nvGraphicFramePr>
        <p:xfrm>
          <a:off x="9253664" y="2371000"/>
          <a:ext cx="1858069" cy="16668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7521540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Placeholder 19" descr="girl writing on white board">
            <a:extLst>
              <a:ext uri="{FF2B5EF4-FFF2-40B4-BE49-F238E27FC236}">
                <a16:creationId xmlns:a16="http://schemas.microsoft.com/office/drawing/2014/main" id="{1F8631B9-E8CB-439A-B4DB-C2C2F7ACDD8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508046" cy="68580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BBEAF-B516-45F4-9EF6-A9F651115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0771" y="4136571"/>
            <a:ext cx="3907972" cy="1883230"/>
          </a:xfrm>
        </p:spPr>
        <p:txBody>
          <a:bodyPr vert="horz" lIns="0" tIns="45720" rIns="91440" bIns="45720" rtlCol="0" anchor="t">
            <a:normAutofit/>
          </a:bodyPr>
          <a:lstStyle/>
          <a:p>
            <a:r>
              <a:rPr lang="en-US" dirty="0"/>
              <a:t>At Contoso, we believe in giving 110%. By expanding STEM education tools, we help schools build a curriculum that will aid student success in college. We thrive because of our market knowledge and a great team behind our curriculum. As our CEO says, "Efficiencies will come from proactively transforming how we do business."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C7B2D-E079-452D-AF35-33E35A9335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643743" cy="365125"/>
          </a:xfrm>
        </p:spPr>
        <p:txBody>
          <a:bodyPr/>
          <a:lstStyle/>
          <a:p>
            <a:r>
              <a:rPr lang="en-US" dirty="0"/>
              <a:t>1/7/20XX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01C6C-4E6B-40D1-99A3-3AFB1CB99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2514" y="6356350"/>
            <a:ext cx="2175532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90EB7-FDFE-4D7B-9913-9B497CEDB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FF96520-E4CE-4EAD-8ABF-1D2297D6B3AA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FFA191-5CCC-43CB-BD83-4F80ED362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0771" y="3363686"/>
            <a:ext cx="3907972" cy="555171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9201739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3" descr="close up of a circuit board">
            <a:extLst>
              <a:ext uri="{FF2B5EF4-FFF2-40B4-BE49-F238E27FC236}">
                <a16:creationId xmlns:a16="http://schemas.microsoft.com/office/drawing/2014/main" id="{7E46DF18-087D-4FF8-A5A2-0C0EAD030693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26578" y="0"/>
            <a:ext cx="5765422" cy="6858000"/>
          </a:xfrm>
        </p:spPr>
      </p:pic>
      <p:pic>
        <p:nvPicPr>
          <p:cNvPr id="12" name="Picture Placeholder 11" descr="young person writing on white board">
            <a:extLst>
              <a:ext uri="{FF2B5EF4-FFF2-40B4-BE49-F238E27FC236}">
                <a16:creationId xmlns:a16="http://schemas.microsoft.com/office/drawing/2014/main" id="{C8584C16-529D-49FC-9E5D-414F66219568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1657" y="-16298"/>
            <a:ext cx="5555640" cy="687429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84C8A3-BFE6-44FA-B04F-1AE7E2151B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1307" y="4277953"/>
            <a:ext cx="2310968" cy="470424"/>
          </a:xfrm>
        </p:spPr>
        <p:txBody>
          <a:bodyPr>
            <a:normAutofit/>
          </a:bodyPr>
          <a:lstStyle/>
          <a:p>
            <a:r>
              <a:rPr lang="en-US" dirty="0"/>
              <a:t>Mirjam Nilsson​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C73F7B-2D44-4B60-8403-3E61DA1F05C3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1/7/20XX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EFBC735-43B8-468D-9D37-E51AAF9D343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C3C4A8-F198-4008-B069-610BBFEC409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21F17E-3711-4948-8F8C-9D77E89C60B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56823" y="4752561"/>
            <a:ext cx="2310968" cy="470424"/>
          </a:xfrm>
        </p:spPr>
        <p:txBody>
          <a:bodyPr>
            <a:normAutofit/>
          </a:bodyPr>
          <a:lstStyle/>
          <a:p>
            <a:r>
              <a:rPr lang="en-US" dirty="0"/>
              <a:t>mirjam@contoso.com</a:t>
            </a:r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F903324-E706-4B0F-AAA4-EE70028E865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869713" y="5217644"/>
            <a:ext cx="2310968" cy="470424"/>
          </a:xfrm>
        </p:spPr>
        <p:txBody>
          <a:bodyPr/>
          <a:lstStyle/>
          <a:p>
            <a:r>
              <a:rPr lang="en-US" dirty="0"/>
              <a:t>www.contoso.com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580046" y="5673201"/>
            <a:ext cx="2310968" cy="470424"/>
          </a:xfrm>
        </p:spPr>
        <p:txBody>
          <a:bodyPr>
            <a:normAutofit/>
          </a:bodyPr>
          <a:lstStyle/>
          <a:p>
            <a:r>
              <a:rPr lang="en-US" dirty="0"/>
              <a:t>206-555-0146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571" y="3363686"/>
            <a:ext cx="3907972" cy="555171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46836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74">
      <a:dk1>
        <a:srgbClr val="1E1E1E"/>
      </a:dk1>
      <a:lt1>
        <a:sysClr val="window" lastClr="FFFFFF"/>
      </a:lt1>
      <a:dk2>
        <a:srgbClr val="44546A"/>
      </a:dk2>
      <a:lt2>
        <a:srgbClr val="E7E6E6"/>
      </a:lt2>
      <a:accent1>
        <a:srgbClr val="81CC48"/>
      </a:accent1>
      <a:accent2>
        <a:srgbClr val="45BEAD"/>
      </a:accent2>
      <a:accent3>
        <a:srgbClr val="BFFF4B"/>
      </a:accent3>
      <a:accent4>
        <a:srgbClr val="B001FF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60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EM Deck_tm12041065_Win32_LW_v2.potx" id="{50D3F641-2B59-4E25-9440-7A006AB5DE4F}" vid="{A6D17500-6421-4BD4-89D5-25B2E6BFFA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3FFC980-8EEC-4CFC-96C7-CEB6F5CA868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1612839-5FA9-4715-8A7D-7F95D097B1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966E941-6182-4A32-B603-DDB09E5F0715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STEM pitch deck</Template>
  <TotalTime>5</TotalTime>
  <Words>907</Words>
  <Application>Microsoft Office PowerPoint</Application>
  <PresentationFormat>Widescreen</PresentationFormat>
  <Paragraphs>320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Source Sans Pro</vt:lpstr>
      <vt:lpstr>Times New Roman</vt:lpstr>
      <vt:lpstr>Office Theme</vt:lpstr>
      <vt:lpstr>Pitch deck</vt:lpstr>
      <vt:lpstr>About us</vt:lpstr>
      <vt:lpstr>Problem</vt:lpstr>
      <vt:lpstr>Solution</vt:lpstr>
      <vt:lpstr>Product overview</vt:lpstr>
      <vt:lpstr>Product benefits</vt:lpstr>
      <vt:lpstr>Company overview</vt:lpstr>
      <vt:lpstr>Business model</vt:lpstr>
      <vt:lpstr>Market overview</vt:lpstr>
      <vt:lpstr>Market comparison</vt:lpstr>
      <vt:lpstr>Our competition</vt:lpstr>
      <vt:lpstr>Our competition </vt:lpstr>
      <vt:lpstr>SCALING FOR the future</vt:lpstr>
      <vt:lpstr>Traction</vt:lpstr>
      <vt:lpstr>Two-year action plan</vt:lpstr>
      <vt:lpstr>Financials</vt:lpstr>
      <vt:lpstr>Meet the team</vt:lpstr>
      <vt:lpstr>Meet the FULL team</vt:lpstr>
      <vt:lpstr>funding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Justin Morrow</dc:creator>
  <cp:lastModifiedBy>Justin Morrow</cp:lastModifiedBy>
  <cp:revision>1</cp:revision>
  <dcterms:created xsi:type="dcterms:W3CDTF">2026-07-25T17:34:45Z</dcterms:created>
  <dcterms:modified xsi:type="dcterms:W3CDTF">2026-07-25T17:40:23Z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